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9875838" cy="17559338"/>
  <p:notesSz cx="6858000" cy="9144000"/>
  <p:defaultTextStyle>
    <a:defPPr>
      <a:defRPr lang="sv-SE"/>
    </a:defPPr>
    <a:lvl1pPr marL="0" algn="l" defTabSz="773938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773938" algn="l" defTabSz="773938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1547879" algn="l" defTabSz="773938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2321817" algn="l" defTabSz="773938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3095756" algn="l" defTabSz="773938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3869695" algn="l" defTabSz="773938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4643634" algn="l" defTabSz="773938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5417573" algn="l" defTabSz="773938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6191511" algn="l" defTabSz="773938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" userDrawn="1">
          <p15:clr>
            <a:srgbClr val="A4A3A4"/>
          </p15:clr>
        </p15:guide>
        <p15:guide id="2" pos="321" userDrawn="1">
          <p15:clr>
            <a:srgbClr val="A4A3A4"/>
          </p15:clr>
        </p15:guide>
        <p15:guide id="3" pos="5755" userDrawn="1">
          <p15:clr>
            <a:srgbClr val="A4A3A4"/>
          </p15:clr>
        </p15:guide>
        <p15:guide id="4" orient="horz" pos="10747" userDrawn="1">
          <p15:clr>
            <a:srgbClr val="A4A3A4"/>
          </p15:clr>
        </p15:guide>
        <p15:guide id="5" pos="464" userDrawn="1">
          <p15:clr>
            <a:srgbClr val="A4A3A4"/>
          </p15:clr>
        </p15:guide>
        <p15:guide id="6" pos="5900" userDrawn="1">
          <p15:clr>
            <a:srgbClr val="A4A3A4"/>
          </p15:clr>
        </p15:guide>
        <p15:guide id="7" orient="horz" pos="472" userDrawn="1">
          <p15:clr>
            <a:srgbClr val="A4A3A4"/>
          </p15:clr>
        </p15:guide>
        <p15:guide id="8" orient="horz" pos="1698" userDrawn="1">
          <p15:clr>
            <a:srgbClr val="A4A3A4"/>
          </p15:clr>
        </p15:guide>
        <p15:guide id="9" orient="horz" pos="5893" userDrawn="1">
          <p15:clr>
            <a:srgbClr val="A4A3A4"/>
          </p15:clr>
        </p15:guide>
        <p15:guide id="10" orient="horz" pos="5417" userDrawn="1">
          <p15:clr>
            <a:srgbClr val="A4A3A4"/>
          </p15:clr>
        </p15:guide>
        <p15:guide id="11" orient="horz" pos="7708" userDrawn="1">
          <p15:clr>
            <a:srgbClr val="A4A3A4"/>
          </p15:clr>
        </p15:guide>
        <p15:guide id="12" orient="horz" pos="9273" userDrawn="1">
          <p15:clr>
            <a:srgbClr val="A4A3A4"/>
          </p15:clr>
        </p15:guide>
        <p15:guide id="13" orient="horz" pos="2031" userDrawn="1">
          <p15:clr>
            <a:srgbClr val="A4A3A4"/>
          </p15:clr>
        </p15:guide>
        <p15:guide id="14" orient="horz" pos="7844" userDrawn="1">
          <p15:clr>
            <a:srgbClr val="A4A3A4"/>
          </p15:clr>
        </p15:guide>
        <p15:guide id="15" orient="horz" pos="9590" userDrawn="1">
          <p15:clr>
            <a:srgbClr val="A4A3A4"/>
          </p15:clr>
        </p15:guide>
        <p15:guide id="16" orient="horz" pos="9908" userDrawn="1">
          <p15:clr>
            <a:srgbClr val="A4A3A4"/>
          </p15:clr>
        </p15:guide>
        <p15:guide id="17" orient="horz" pos="5667" userDrawn="1">
          <p15:clr>
            <a:srgbClr val="A4A3A4"/>
          </p15:clr>
        </p15:guide>
        <p15:guide id="18" orient="horz" pos="2197" userDrawn="1">
          <p15:clr>
            <a:srgbClr val="A4A3A4"/>
          </p15:clr>
        </p15:guide>
        <p15:guide id="19" orient="horz" pos="81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3F3"/>
    <a:srgbClr val="4F0433"/>
    <a:srgbClr val="4DB5BC"/>
    <a:srgbClr val="EDDBE4"/>
    <a:srgbClr val="FF876F"/>
    <a:srgbClr val="EDF4F4"/>
    <a:srgbClr val="5C003C"/>
    <a:srgbClr val="D40963"/>
    <a:srgbClr val="870052"/>
    <a:srgbClr val="3232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6197" autoAdjust="0"/>
  </p:normalViewPr>
  <p:slideViewPr>
    <p:cSldViewPr snapToGrid="0" snapToObjects="1">
      <p:cViewPr varScale="1">
        <p:scale>
          <a:sx n="43" d="100"/>
          <a:sy n="43" d="100"/>
        </p:scale>
        <p:origin x="1166" y="91"/>
      </p:cViewPr>
      <p:guideLst>
        <p:guide orient="horz" pos="314"/>
        <p:guide pos="321"/>
        <p:guide pos="5755"/>
        <p:guide orient="horz" pos="10747"/>
        <p:guide pos="464"/>
        <p:guide pos="5900"/>
        <p:guide orient="horz" pos="472"/>
        <p:guide orient="horz" pos="1698"/>
        <p:guide orient="horz" pos="5893"/>
        <p:guide orient="horz" pos="5417"/>
        <p:guide orient="horz" pos="7708"/>
        <p:guide orient="horz" pos="9273"/>
        <p:guide orient="horz" pos="2031"/>
        <p:guide orient="horz" pos="7844"/>
        <p:guide orient="horz" pos="9590"/>
        <p:guide orient="horz" pos="9908"/>
        <p:guide orient="horz" pos="5667"/>
        <p:guide orient="horz" pos="2197"/>
        <p:guide orient="horz" pos="81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-312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A885B6-81CD-4709-8240-57A57A7872B3}" type="datetimeFigureOut">
              <a:rPr lang="sv-SE" smtClean="0"/>
              <a:pPr/>
              <a:t>2025-03-11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B3D24-FAEC-40A1-8BFF-6ACD034DCB94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822609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26AE2-04E0-46E1-949A-0B8B98D45AA4}" type="datetimeFigureOut">
              <a:rPr lang="sv-SE" smtClean="0"/>
              <a:pPr/>
              <a:t>2025-03-11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72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BD9CC-202C-4E86-8CB3-D5062C1CC8E1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0639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4787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773938" algn="l" defTabSz="154787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547879" algn="l" defTabSz="154787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2321817" algn="l" defTabSz="154787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3095756" algn="l" defTabSz="154787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3869695" algn="l" defTabSz="154787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4643634" algn="l" defTabSz="154787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5417573" algn="l" defTabSz="154787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6191511" algn="l" defTabSz="154787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I-mall plomm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B9D82EE8-3BE2-AC66-8FE4-BAA0A6AB41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9382" y="8564228"/>
            <a:ext cx="2406868" cy="448687"/>
          </a:xfr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chemeClr val="bg1"/>
                </a:solidFill>
              </a:defRPr>
            </a:lvl1pPr>
            <a:lvl2pPr marL="773938" indent="0">
              <a:buNone/>
              <a:defRPr sz="900">
                <a:solidFill>
                  <a:schemeClr val="bg1"/>
                </a:solidFill>
              </a:defRPr>
            </a:lvl2pPr>
            <a:lvl3pPr marL="1547877" indent="0">
              <a:buNone/>
              <a:defRPr sz="900">
                <a:solidFill>
                  <a:schemeClr val="bg1"/>
                </a:solidFill>
              </a:defRPr>
            </a:lvl3pPr>
            <a:lvl4pPr marL="2321817" indent="0">
              <a:buNone/>
              <a:defRPr sz="900">
                <a:solidFill>
                  <a:schemeClr val="bg1"/>
                </a:solidFill>
              </a:defRPr>
            </a:lvl4pPr>
            <a:lvl5pPr marL="3095756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© Fotografens namn</a:t>
            </a:r>
          </a:p>
          <a:p>
            <a:pPr lvl="0"/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501493" y="9206391"/>
            <a:ext cx="8871107" cy="3234065"/>
          </a:xfrm>
        </p:spPr>
        <p:txBody>
          <a:bodyPr>
            <a:norm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</a:defRPr>
            </a:lvl1pPr>
            <a:lvl2pPr marL="773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4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21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95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869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43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17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1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Text om evenemanget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7B323869-316B-BD11-52B2-FD4AD4C4D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588" y="12994736"/>
            <a:ext cx="8882062" cy="1689639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Platshållare för text 17">
            <a:extLst>
              <a:ext uri="{FF2B5EF4-FFF2-40B4-BE49-F238E27FC236}">
                <a16:creationId xmlns:a16="http://schemas.microsoft.com/office/drawing/2014/main" id="{31400011-28F1-2132-DBBB-74AB991521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0751" y="13404765"/>
            <a:ext cx="8029865" cy="428407"/>
          </a:xfrm>
        </p:spPr>
        <p:txBody>
          <a:bodyPr>
            <a:noAutofit/>
          </a:bodyPr>
          <a:lstStyle>
            <a:lvl1pPr marL="0" indent="0">
              <a:buNone/>
              <a:defRPr sz="2400" b="1"/>
            </a:lvl1pPr>
            <a:lvl2pPr marL="773938" indent="0">
              <a:buNone/>
              <a:defRPr sz="2400"/>
            </a:lvl2pPr>
            <a:lvl3pPr marL="1547877" indent="0">
              <a:buNone/>
              <a:defRPr sz="2400"/>
            </a:lvl3pPr>
            <a:lvl4pPr marL="2321817" indent="0">
              <a:buNone/>
              <a:defRPr sz="2400"/>
            </a:lvl4pPr>
            <a:lvl5pPr marL="3095756" indent="0">
              <a:buNone/>
              <a:defRPr sz="2400"/>
            </a:lvl5pPr>
          </a:lstStyle>
          <a:p>
            <a:pPr lvl="0"/>
            <a:r>
              <a:rPr lang="sv-SE" dirty="0"/>
              <a:t>Rubrik t ex Datum och tid</a:t>
            </a:r>
          </a:p>
        </p:txBody>
      </p:sp>
      <p:sp>
        <p:nvSpPr>
          <p:cNvPr id="19" name="Platshållare för text 17">
            <a:extLst>
              <a:ext uri="{FF2B5EF4-FFF2-40B4-BE49-F238E27FC236}">
                <a16:creationId xmlns:a16="http://schemas.microsoft.com/office/drawing/2014/main" id="{3EFA779D-5AB9-A4FA-7BB2-420B9BCD52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0750" y="13833172"/>
            <a:ext cx="8029865" cy="490849"/>
          </a:xfrm>
        </p:spPr>
        <p:txBody>
          <a:bodyPr>
            <a:noAutofit/>
          </a:bodyPr>
          <a:lstStyle>
            <a:lvl1pPr marL="0" indent="0">
              <a:buNone/>
              <a:defRPr sz="2400" b="1"/>
            </a:lvl1pPr>
            <a:lvl2pPr marL="773938" indent="0">
              <a:buNone/>
              <a:defRPr sz="2400"/>
            </a:lvl2pPr>
            <a:lvl3pPr marL="1547877" indent="0">
              <a:buNone/>
              <a:defRPr sz="2400"/>
            </a:lvl3pPr>
            <a:lvl4pPr marL="2321817" indent="0">
              <a:buNone/>
              <a:defRPr sz="2400"/>
            </a:lvl4pPr>
            <a:lvl5pPr marL="3095756" indent="0">
              <a:buNone/>
              <a:defRPr sz="2400"/>
            </a:lvl5pPr>
          </a:lstStyle>
          <a:p>
            <a:pPr lvl="0"/>
            <a:r>
              <a:rPr lang="sv-SE" dirty="0"/>
              <a:t>Rubrik t ex Lokal och adress</a:t>
            </a:r>
          </a:p>
        </p:txBody>
      </p:sp>
      <p:sp>
        <p:nvSpPr>
          <p:cNvPr id="21" name="Platshållare för text 20">
            <a:extLst>
              <a:ext uri="{FF2B5EF4-FFF2-40B4-BE49-F238E27FC236}">
                <a16:creationId xmlns:a16="http://schemas.microsoft.com/office/drawing/2014/main" id="{9AF101E6-C8B6-7C68-572D-76524FB5A6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7510" y="14903356"/>
            <a:ext cx="2578590" cy="6515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773938" indent="0">
              <a:buNone/>
              <a:defRPr sz="2600">
                <a:solidFill>
                  <a:schemeClr val="bg1"/>
                </a:solidFill>
              </a:defRPr>
            </a:lvl2pPr>
            <a:lvl3pPr marL="1547877" indent="0">
              <a:buNone/>
              <a:defRPr sz="2600">
                <a:solidFill>
                  <a:schemeClr val="bg1"/>
                </a:solidFill>
              </a:defRPr>
            </a:lvl3pPr>
            <a:lvl4pPr marL="2321817" indent="0">
              <a:buNone/>
              <a:defRPr sz="2600">
                <a:solidFill>
                  <a:schemeClr val="bg1"/>
                </a:solidFill>
              </a:defRPr>
            </a:lvl4pPr>
            <a:lvl5pPr marL="3095756" indent="0">
              <a:buNone/>
              <a:defRPr sz="26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För mer information scanna QR-koden:</a:t>
            </a:r>
          </a:p>
        </p:txBody>
      </p:sp>
      <p:pic>
        <p:nvPicPr>
          <p:cNvPr id="16" name="Bild 15" descr="Logotyp Karolinska Institutet.">
            <a:extLst>
              <a:ext uri="{FF2B5EF4-FFF2-40B4-BE49-F238E27FC236}">
                <a16:creationId xmlns:a16="http://schemas.microsoft.com/office/drawing/2014/main" id="{A72F43BE-57D3-4288-FABB-1CB5F3C9D3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7362" y="15703828"/>
            <a:ext cx="3292092" cy="1371705"/>
          </a:xfrm>
          <a:prstGeom prst="rect">
            <a:avLst/>
          </a:prstGeom>
        </p:spPr>
      </p:pic>
      <p:sp>
        <p:nvSpPr>
          <p:cNvPr id="4" name="Platshållare för bild 8">
            <a:extLst>
              <a:ext uri="{FF2B5EF4-FFF2-40B4-BE49-F238E27FC236}">
                <a16:creationId xmlns:a16="http://schemas.microsoft.com/office/drawing/2014/main" id="{DF1FA7D1-D3F8-7162-C78E-566795C3236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13180" y="15722475"/>
            <a:ext cx="1331662" cy="133166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QR-kod</a:t>
            </a:r>
          </a:p>
        </p:txBody>
      </p:sp>
      <p:sp>
        <p:nvSpPr>
          <p:cNvPr id="7" name="Rubrik 1">
            <a:extLst>
              <a:ext uri="{FF2B5EF4-FFF2-40B4-BE49-F238E27FC236}">
                <a16:creationId xmlns:a16="http://schemas.microsoft.com/office/drawing/2014/main" id="{A2F2683D-CE19-41D6-FCA2-E578639ACAE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493" y="511567"/>
            <a:ext cx="8871107" cy="2649290"/>
          </a:xfr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 ska skrivas </a:t>
            </a:r>
            <a:br>
              <a:rPr lang="sv-SE" dirty="0"/>
            </a:br>
            <a:r>
              <a:rPr lang="sv-SE" dirty="0"/>
              <a:t>i vitt och bör ligga på </a:t>
            </a:r>
            <a:br>
              <a:rPr lang="sv-SE" dirty="0"/>
            </a:br>
            <a:r>
              <a:rPr lang="sv-SE" dirty="0"/>
              <a:t>max tre rader</a:t>
            </a:r>
          </a:p>
        </p:txBody>
      </p:sp>
      <p:sp>
        <p:nvSpPr>
          <p:cNvPr id="10" name="Platshållare för innehåll 5">
            <a:extLst>
              <a:ext uri="{FF2B5EF4-FFF2-40B4-BE49-F238E27FC236}">
                <a16:creationId xmlns:a16="http://schemas.microsoft.com/office/drawing/2014/main" id="{6CD1F7C7-F316-D81E-E38A-6BFD731138C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9588" y="3314701"/>
            <a:ext cx="8849566" cy="526256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Klicka på första eller andra ikonen i den andra raden av ikoner för att infoga en bild</a:t>
            </a:r>
          </a:p>
        </p:txBody>
      </p:sp>
    </p:spTree>
    <p:extLst>
      <p:ext uri="{BB962C8B-B14F-4D97-AF65-F5344CB8AC3E}">
        <p14:creationId xmlns:p14="http://schemas.microsoft.com/office/powerpoint/2010/main" val="1438034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30" userDrawn="1">
          <p15:clr>
            <a:srgbClr val="FBAE40"/>
          </p15:clr>
        </p15:guide>
        <p15:guide id="2" pos="311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I-mall ljusblå">
    <p:bg>
      <p:bgPr>
        <a:solidFill>
          <a:srgbClr val="EC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501493" y="511567"/>
            <a:ext cx="8871107" cy="2649290"/>
          </a:xfr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Rubrik ska skrivas </a:t>
            </a:r>
            <a:br>
              <a:rPr lang="sv-SE" dirty="0"/>
            </a:br>
            <a:r>
              <a:rPr lang="sv-SE" dirty="0"/>
              <a:t>i plommonfärg och bör ligga på max tre rader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FDB404B4-1AD3-0DBF-522A-BFE81D58C4F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9588" y="3314701"/>
            <a:ext cx="8849566" cy="52625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Klicka på första eller andra ikonen i den andra raden av ikoner för att infoga en bild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7B323869-316B-BD11-52B2-FD4AD4C4D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588" y="12994736"/>
            <a:ext cx="8864756" cy="16896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Platshållare för text 17">
            <a:extLst>
              <a:ext uri="{FF2B5EF4-FFF2-40B4-BE49-F238E27FC236}">
                <a16:creationId xmlns:a16="http://schemas.microsoft.com/office/drawing/2014/main" id="{31400011-28F1-2132-DBBB-74AB991521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0751" y="13404765"/>
            <a:ext cx="8029865" cy="422025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773938" indent="0">
              <a:buNone/>
              <a:defRPr sz="2400"/>
            </a:lvl2pPr>
            <a:lvl3pPr marL="1547877" indent="0">
              <a:buNone/>
              <a:defRPr sz="2400"/>
            </a:lvl3pPr>
            <a:lvl4pPr marL="2321817" indent="0">
              <a:buNone/>
              <a:defRPr sz="2400"/>
            </a:lvl4pPr>
            <a:lvl5pPr marL="3095756" indent="0">
              <a:buNone/>
              <a:defRPr sz="2400"/>
            </a:lvl5pPr>
          </a:lstStyle>
          <a:p>
            <a:pPr lvl="0"/>
            <a:r>
              <a:rPr lang="sv-SE" dirty="0"/>
              <a:t>Rubrik t ex Datum och tid</a:t>
            </a:r>
          </a:p>
        </p:txBody>
      </p:sp>
      <p:sp>
        <p:nvSpPr>
          <p:cNvPr id="19" name="Platshållare för text 17">
            <a:extLst>
              <a:ext uri="{FF2B5EF4-FFF2-40B4-BE49-F238E27FC236}">
                <a16:creationId xmlns:a16="http://schemas.microsoft.com/office/drawing/2014/main" id="{3EFA779D-5AB9-A4FA-7BB2-420B9BCD52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0750" y="13840690"/>
            <a:ext cx="8029865" cy="466123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773938" indent="0">
              <a:buNone/>
              <a:defRPr sz="2400"/>
            </a:lvl2pPr>
            <a:lvl3pPr marL="1547877" indent="0">
              <a:buNone/>
              <a:defRPr sz="2400"/>
            </a:lvl3pPr>
            <a:lvl4pPr marL="2321817" indent="0">
              <a:buNone/>
              <a:defRPr sz="2400"/>
            </a:lvl4pPr>
            <a:lvl5pPr marL="3095756" indent="0">
              <a:buNone/>
              <a:defRPr sz="2400"/>
            </a:lvl5pPr>
          </a:lstStyle>
          <a:p>
            <a:pPr lvl="0"/>
            <a:r>
              <a:rPr lang="sv-SE" dirty="0"/>
              <a:t>Rubrik t ex Lokal och adress</a:t>
            </a:r>
          </a:p>
        </p:txBody>
      </p:sp>
      <p:pic>
        <p:nvPicPr>
          <p:cNvPr id="5" name="Bild 4">
            <a:extLst>
              <a:ext uri="{FF2B5EF4-FFF2-40B4-BE49-F238E27FC236}">
                <a16:creationId xmlns:a16="http://schemas.microsoft.com/office/drawing/2014/main" id="{651FDB11-AE61-1FDE-01AA-327F355FF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8903" y="15707606"/>
            <a:ext cx="3292092" cy="1371705"/>
          </a:xfrm>
          <a:prstGeom prst="rect">
            <a:avLst/>
          </a:prstGeom>
        </p:spPr>
      </p:pic>
      <p:sp>
        <p:nvSpPr>
          <p:cNvPr id="8" name="Underrubrik 2">
            <a:extLst>
              <a:ext uri="{FF2B5EF4-FFF2-40B4-BE49-F238E27FC236}">
                <a16:creationId xmlns:a16="http://schemas.microsoft.com/office/drawing/2014/main" id="{0FF95166-B887-2BE3-96DD-26D6B7620B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1493" y="9206391"/>
            <a:ext cx="8857660" cy="3234065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773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4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21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95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869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43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17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1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Text om evenemanget</a:t>
            </a:r>
          </a:p>
        </p:txBody>
      </p:sp>
      <p:sp>
        <p:nvSpPr>
          <p:cNvPr id="10" name="Platshållare för text 12">
            <a:extLst>
              <a:ext uri="{FF2B5EF4-FFF2-40B4-BE49-F238E27FC236}">
                <a16:creationId xmlns:a16="http://schemas.microsoft.com/office/drawing/2014/main" id="{5E4F97FB-6DBE-77C1-A580-27BB4AEFD1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9382" y="8564228"/>
            <a:ext cx="2406868" cy="448687"/>
          </a:xfr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chemeClr val="tx1"/>
                </a:solidFill>
              </a:defRPr>
            </a:lvl1pPr>
            <a:lvl2pPr marL="773938" indent="0">
              <a:buNone/>
              <a:defRPr sz="900">
                <a:solidFill>
                  <a:schemeClr val="bg1"/>
                </a:solidFill>
              </a:defRPr>
            </a:lvl2pPr>
            <a:lvl3pPr marL="1547877" indent="0">
              <a:buNone/>
              <a:defRPr sz="900">
                <a:solidFill>
                  <a:schemeClr val="bg1"/>
                </a:solidFill>
              </a:defRPr>
            </a:lvl3pPr>
            <a:lvl4pPr marL="2321817" indent="0">
              <a:buNone/>
              <a:defRPr sz="900">
                <a:solidFill>
                  <a:schemeClr val="bg1"/>
                </a:solidFill>
              </a:defRPr>
            </a:lvl4pPr>
            <a:lvl5pPr marL="3095756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© Fotografens namn</a:t>
            </a:r>
          </a:p>
          <a:p>
            <a:pPr lvl="0"/>
            <a:endParaRPr lang="sv-SE" dirty="0"/>
          </a:p>
        </p:txBody>
      </p:sp>
      <p:sp>
        <p:nvSpPr>
          <p:cNvPr id="11" name="Platshållare för text 20">
            <a:extLst>
              <a:ext uri="{FF2B5EF4-FFF2-40B4-BE49-F238E27FC236}">
                <a16:creationId xmlns:a16="http://schemas.microsoft.com/office/drawing/2014/main" id="{CAB2E48D-8F2C-58D8-B9FF-7B92AD9B53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7510" y="14903356"/>
            <a:ext cx="2578590" cy="6515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773938" indent="0">
              <a:buNone/>
              <a:defRPr sz="2600">
                <a:solidFill>
                  <a:schemeClr val="bg1"/>
                </a:solidFill>
              </a:defRPr>
            </a:lvl2pPr>
            <a:lvl3pPr marL="1547877" indent="0">
              <a:buNone/>
              <a:defRPr sz="2600">
                <a:solidFill>
                  <a:schemeClr val="bg1"/>
                </a:solidFill>
              </a:defRPr>
            </a:lvl3pPr>
            <a:lvl4pPr marL="2321817" indent="0">
              <a:buNone/>
              <a:defRPr sz="2600">
                <a:solidFill>
                  <a:schemeClr val="bg1"/>
                </a:solidFill>
              </a:defRPr>
            </a:lvl4pPr>
            <a:lvl5pPr marL="3095756" indent="0">
              <a:buNone/>
              <a:defRPr sz="26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För mer information scanna QR-koden:</a:t>
            </a:r>
          </a:p>
        </p:txBody>
      </p:sp>
      <p:sp>
        <p:nvSpPr>
          <p:cNvPr id="12" name="Platshållare för bild 8">
            <a:extLst>
              <a:ext uri="{FF2B5EF4-FFF2-40B4-BE49-F238E27FC236}">
                <a16:creationId xmlns:a16="http://schemas.microsoft.com/office/drawing/2014/main" id="{50A05EB8-AFB1-6633-8AC1-65111694EAD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13180" y="15722475"/>
            <a:ext cx="1331662" cy="133166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på ikonen för att lägga till en QR-kod</a:t>
            </a:r>
          </a:p>
        </p:txBody>
      </p:sp>
    </p:spTree>
    <p:extLst>
      <p:ext uri="{BB962C8B-B14F-4D97-AF65-F5344CB8AC3E}">
        <p14:creationId xmlns:p14="http://schemas.microsoft.com/office/powerpoint/2010/main" val="3363394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30" userDrawn="1">
          <p15:clr>
            <a:srgbClr val="FBAE40"/>
          </p15:clr>
        </p15:guide>
        <p15:guide id="2" pos="311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I-mall plommon stor bi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tshållare för bild 8">
            <a:extLst>
              <a:ext uri="{FF2B5EF4-FFF2-40B4-BE49-F238E27FC236}">
                <a16:creationId xmlns:a16="http://schemas.microsoft.com/office/drawing/2014/main" id="{6BDD946D-011E-0497-341E-B6313F514C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9875838" cy="111867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B9D82EE8-3BE2-AC66-8FE4-BAA0A6AB41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2122" y="10888703"/>
            <a:ext cx="2406868" cy="448687"/>
          </a:xfr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chemeClr val="tx1"/>
                </a:solidFill>
              </a:defRPr>
            </a:lvl1pPr>
            <a:lvl2pPr marL="773938" indent="0">
              <a:buNone/>
              <a:defRPr sz="900">
                <a:solidFill>
                  <a:schemeClr val="bg1"/>
                </a:solidFill>
              </a:defRPr>
            </a:lvl2pPr>
            <a:lvl3pPr marL="1547877" indent="0">
              <a:buNone/>
              <a:defRPr sz="900">
                <a:solidFill>
                  <a:schemeClr val="bg1"/>
                </a:solidFill>
              </a:defRPr>
            </a:lvl3pPr>
            <a:lvl4pPr marL="2321817" indent="0">
              <a:buNone/>
              <a:defRPr sz="900">
                <a:solidFill>
                  <a:schemeClr val="bg1"/>
                </a:solidFill>
              </a:defRPr>
            </a:lvl4pPr>
            <a:lvl5pPr marL="3095756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© Fotografens namn</a:t>
            </a:r>
          </a:p>
          <a:p>
            <a:pPr lvl="0"/>
            <a:endParaRPr lang="sv-SE" dirty="0"/>
          </a:p>
        </p:txBody>
      </p:sp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465222" y="11503417"/>
            <a:ext cx="8880484" cy="1818293"/>
          </a:xfr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 i vitt bör ligga på </a:t>
            </a:r>
            <a:br>
              <a:rPr lang="sv-SE" dirty="0"/>
            </a:br>
            <a:r>
              <a:rPr lang="sv-SE" dirty="0"/>
              <a:t>max två rader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65221" y="13425455"/>
            <a:ext cx="8877418" cy="1161234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773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4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21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95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869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43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17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1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Text</a:t>
            </a:r>
          </a:p>
        </p:txBody>
      </p:sp>
      <p:sp>
        <p:nvSpPr>
          <p:cNvPr id="4" name="Platshållare för text 7">
            <a:extLst>
              <a:ext uri="{FF2B5EF4-FFF2-40B4-BE49-F238E27FC236}">
                <a16:creationId xmlns:a16="http://schemas.microsoft.com/office/drawing/2014/main" id="{60F2737B-D3E4-46FB-E5DF-E43F4AE39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53661" y="11428019"/>
            <a:ext cx="4341113" cy="14532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Ändra färg på bildbyline (svart resp. vit) beroende på bildens bakgrundsfärg</a:t>
            </a:r>
          </a:p>
        </p:txBody>
      </p:sp>
      <p:pic>
        <p:nvPicPr>
          <p:cNvPr id="16" name="Bild 15" descr="Logotyp Karolinska Institutet.">
            <a:extLst>
              <a:ext uri="{FF2B5EF4-FFF2-40B4-BE49-F238E27FC236}">
                <a16:creationId xmlns:a16="http://schemas.microsoft.com/office/drawing/2014/main" id="{A72F43BE-57D3-4288-FABB-1CB5F3C9D3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7362" y="15703828"/>
            <a:ext cx="3292092" cy="1371705"/>
          </a:xfrm>
          <a:prstGeom prst="rect">
            <a:avLst/>
          </a:prstGeom>
        </p:spPr>
      </p:pic>
      <p:sp>
        <p:nvSpPr>
          <p:cNvPr id="7" name="Platshållare för text 20">
            <a:extLst>
              <a:ext uri="{FF2B5EF4-FFF2-40B4-BE49-F238E27FC236}">
                <a16:creationId xmlns:a16="http://schemas.microsoft.com/office/drawing/2014/main" id="{BA4E8117-736F-2A4D-3180-FDCFF344D2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7510" y="14903356"/>
            <a:ext cx="2578590" cy="6515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773938" indent="0">
              <a:buNone/>
              <a:defRPr sz="2600">
                <a:solidFill>
                  <a:schemeClr val="bg1"/>
                </a:solidFill>
              </a:defRPr>
            </a:lvl2pPr>
            <a:lvl3pPr marL="1547877" indent="0">
              <a:buNone/>
              <a:defRPr sz="2600">
                <a:solidFill>
                  <a:schemeClr val="bg1"/>
                </a:solidFill>
              </a:defRPr>
            </a:lvl3pPr>
            <a:lvl4pPr marL="2321817" indent="0">
              <a:buNone/>
              <a:defRPr sz="2600">
                <a:solidFill>
                  <a:schemeClr val="bg1"/>
                </a:solidFill>
              </a:defRPr>
            </a:lvl4pPr>
            <a:lvl5pPr marL="3095756" indent="0">
              <a:buNone/>
              <a:defRPr sz="26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För mer information scanna QR-koden:</a:t>
            </a:r>
          </a:p>
        </p:txBody>
      </p:sp>
      <p:sp>
        <p:nvSpPr>
          <p:cNvPr id="10" name="Platshållare för bild 8">
            <a:extLst>
              <a:ext uri="{FF2B5EF4-FFF2-40B4-BE49-F238E27FC236}">
                <a16:creationId xmlns:a16="http://schemas.microsoft.com/office/drawing/2014/main" id="{9FCFBE0B-10D7-97BB-6421-FD132E4290D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13180" y="15722475"/>
            <a:ext cx="1331662" cy="133166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QR-kod</a:t>
            </a:r>
          </a:p>
        </p:txBody>
      </p:sp>
    </p:spTree>
    <p:extLst>
      <p:ext uri="{BB962C8B-B14F-4D97-AF65-F5344CB8AC3E}">
        <p14:creationId xmlns:p14="http://schemas.microsoft.com/office/powerpoint/2010/main" val="2622549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30" userDrawn="1">
          <p15:clr>
            <a:srgbClr val="FBAE40"/>
          </p15:clr>
        </p15:guide>
        <p15:guide id="2" pos="311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I-mall ljusblå stor bild">
    <p:bg>
      <p:bgPr>
        <a:solidFill>
          <a:srgbClr val="EC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>
            <a:extLst>
              <a:ext uri="{FF2B5EF4-FFF2-40B4-BE49-F238E27FC236}">
                <a16:creationId xmlns:a16="http://schemas.microsoft.com/office/drawing/2014/main" id="{B5B9477F-8B1B-DC07-DFFB-6DB7603B7B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8903" y="15707606"/>
            <a:ext cx="3292092" cy="1371705"/>
          </a:xfrm>
          <a:prstGeom prst="rect">
            <a:avLst/>
          </a:prstGeom>
        </p:spPr>
      </p:pic>
      <p:sp>
        <p:nvSpPr>
          <p:cNvPr id="9" name="Platshållare för bild 8">
            <a:extLst>
              <a:ext uri="{FF2B5EF4-FFF2-40B4-BE49-F238E27FC236}">
                <a16:creationId xmlns:a16="http://schemas.microsoft.com/office/drawing/2014/main" id="{6BDD946D-011E-0497-341E-B6313F514C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9875838" cy="111867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sv-SE"/>
              <a:t>Klicka på ikonen för att lägga till en bild</a:t>
            </a:r>
            <a:endParaRPr lang="sv-SE" dirty="0"/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B9D82EE8-3BE2-AC66-8FE4-BAA0A6AB41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92122" y="10888703"/>
            <a:ext cx="2406868" cy="448687"/>
          </a:xfr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chemeClr val="tx1"/>
                </a:solidFill>
              </a:defRPr>
            </a:lvl1pPr>
            <a:lvl2pPr marL="773938" indent="0">
              <a:buNone/>
              <a:defRPr sz="900">
                <a:solidFill>
                  <a:schemeClr val="bg1"/>
                </a:solidFill>
              </a:defRPr>
            </a:lvl2pPr>
            <a:lvl3pPr marL="1547877" indent="0">
              <a:buNone/>
              <a:defRPr sz="900">
                <a:solidFill>
                  <a:schemeClr val="bg1"/>
                </a:solidFill>
              </a:defRPr>
            </a:lvl3pPr>
            <a:lvl4pPr marL="2321817" indent="0">
              <a:buNone/>
              <a:defRPr sz="900">
                <a:solidFill>
                  <a:schemeClr val="bg1"/>
                </a:solidFill>
              </a:defRPr>
            </a:lvl4pPr>
            <a:lvl5pPr marL="3095756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© Fotografens namn</a:t>
            </a:r>
          </a:p>
          <a:p>
            <a:pPr lvl="0"/>
            <a:endParaRPr lang="sv-SE" dirty="0"/>
          </a:p>
        </p:txBody>
      </p:sp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465222" y="11503417"/>
            <a:ext cx="8880484" cy="1818293"/>
          </a:xfr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Rubrik i plommonfärg </a:t>
            </a:r>
            <a:br>
              <a:rPr lang="sv-SE" dirty="0"/>
            </a:br>
            <a:r>
              <a:rPr lang="sv-SE" dirty="0"/>
              <a:t>på max två rader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65221" y="13425455"/>
            <a:ext cx="8877418" cy="1161234"/>
          </a:xfrm>
        </p:spPr>
        <p:txBody>
          <a:bodyPr/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773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4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21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95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869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43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17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1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Text</a:t>
            </a:r>
          </a:p>
        </p:txBody>
      </p:sp>
      <p:sp>
        <p:nvSpPr>
          <p:cNvPr id="4" name="Platshållare för text 7">
            <a:extLst>
              <a:ext uri="{FF2B5EF4-FFF2-40B4-BE49-F238E27FC236}">
                <a16:creationId xmlns:a16="http://schemas.microsoft.com/office/drawing/2014/main" id="{60F2737B-D3E4-46FB-E5DF-E43F4AE39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53661" y="11428019"/>
            <a:ext cx="4341113" cy="14532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Ändra färg på bildbyline (svart resp. vit) beroende på bildens bakgrundsfärg</a:t>
            </a:r>
          </a:p>
        </p:txBody>
      </p:sp>
      <p:sp>
        <p:nvSpPr>
          <p:cNvPr id="7" name="Platshållare för text 20">
            <a:extLst>
              <a:ext uri="{FF2B5EF4-FFF2-40B4-BE49-F238E27FC236}">
                <a16:creationId xmlns:a16="http://schemas.microsoft.com/office/drawing/2014/main" id="{BA4E8117-736F-2A4D-3180-FDCFF344D2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7510" y="14903356"/>
            <a:ext cx="2578590" cy="6515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773938" indent="0">
              <a:buNone/>
              <a:defRPr sz="2600">
                <a:solidFill>
                  <a:schemeClr val="bg1"/>
                </a:solidFill>
              </a:defRPr>
            </a:lvl2pPr>
            <a:lvl3pPr marL="1547877" indent="0">
              <a:buNone/>
              <a:defRPr sz="2600">
                <a:solidFill>
                  <a:schemeClr val="bg1"/>
                </a:solidFill>
              </a:defRPr>
            </a:lvl3pPr>
            <a:lvl4pPr marL="2321817" indent="0">
              <a:buNone/>
              <a:defRPr sz="2600">
                <a:solidFill>
                  <a:schemeClr val="bg1"/>
                </a:solidFill>
              </a:defRPr>
            </a:lvl4pPr>
            <a:lvl5pPr marL="3095756" indent="0">
              <a:buNone/>
              <a:defRPr sz="26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För mer information scanna QR-koden:</a:t>
            </a:r>
          </a:p>
        </p:txBody>
      </p:sp>
      <p:sp>
        <p:nvSpPr>
          <p:cNvPr id="10" name="Platshållare för bild 8">
            <a:extLst>
              <a:ext uri="{FF2B5EF4-FFF2-40B4-BE49-F238E27FC236}">
                <a16:creationId xmlns:a16="http://schemas.microsoft.com/office/drawing/2014/main" id="{9FCFBE0B-10D7-97BB-6421-FD132E4290D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13180" y="15722475"/>
            <a:ext cx="1331662" cy="133166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sv-SE" dirty="0"/>
              <a:t>Klicka på ikonen för att lägga till en QR-kod</a:t>
            </a:r>
          </a:p>
        </p:txBody>
      </p:sp>
    </p:spTree>
    <p:extLst>
      <p:ext uri="{BB962C8B-B14F-4D97-AF65-F5344CB8AC3E}">
        <p14:creationId xmlns:p14="http://schemas.microsoft.com/office/powerpoint/2010/main" val="3043765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30" userDrawn="1">
          <p15:clr>
            <a:srgbClr val="FBAE40"/>
          </p15:clr>
        </p15:guide>
        <p15:guide id="2" pos="311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I-mall plommon seminarium bi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539258" y="606817"/>
            <a:ext cx="8846722" cy="3480286"/>
          </a:xfr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 ska skrivas </a:t>
            </a:r>
            <a:br>
              <a:rPr lang="sv-SE" dirty="0"/>
            </a:br>
            <a:r>
              <a:rPr lang="sv-SE" dirty="0"/>
              <a:t>i vitt och ligga </a:t>
            </a:r>
            <a:br>
              <a:rPr lang="sv-SE" dirty="0"/>
            </a:br>
            <a:r>
              <a:rPr lang="sv-SE" dirty="0"/>
              <a:t>på max </a:t>
            </a:r>
            <a:br>
              <a:rPr lang="sv-SE" dirty="0"/>
            </a:br>
            <a:r>
              <a:rPr lang="sv-SE" dirty="0"/>
              <a:t>fyra rader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1780ABF-BD7B-8079-78EF-8E140FDA9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91021"/>
            <a:ext cx="9875838" cy="6215143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Platshållare för text 27">
            <a:extLst>
              <a:ext uri="{FF2B5EF4-FFF2-40B4-BE49-F238E27FC236}">
                <a16:creationId xmlns:a16="http://schemas.microsoft.com/office/drawing/2014/main" id="{8B014ED7-ACB0-CCDF-FDC6-7129377482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988" y="6514423"/>
            <a:ext cx="8844260" cy="1891241"/>
          </a:xfr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  <a:lvl2pPr marL="773938" indent="0">
              <a:buNone/>
              <a:defRPr sz="3200">
                <a:solidFill>
                  <a:schemeClr val="bg1"/>
                </a:solidFill>
              </a:defRPr>
            </a:lvl2pPr>
            <a:lvl3pPr marL="1547877" indent="0">
              <a:buNone/>
              <a:defRPr sz="3200">
                <a:solidFill>
                  <a:schemeClr val="bg1"/>
                </a:solidFill>
              </a:defRPr>
            </a:lvl3pPr>
            <a:lvl4pPr marL="2321817" indent="0">
              <a:buNone/>
              <a:defRPr sz="3200">
                <a:solidFill>
                  <a:schemeClr val="bg1"/>
                </a:solidFill>
              </a:defRPr>
            </a:lvl4pPr>
            <a:lvl5pPr marL="3095756" indent="0">
              <a:buNone/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Kort text/titel på föreläsare eller seminarium</a:t>
            </a:r>
          </a:p>
          <a:p>
            <a:pPr lvl="0"/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3572844" y="8847515"/>
            <a:ext cx="5782404" cy="2990646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1"/>
                </a:solidFill>
              </a:defRPr>
            </a:lvl1pPr>
            <a:lvl2pPr marL="773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4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21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95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869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43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17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1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Text om evenemanget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57069E8E-586B-3DFB-3F6D-1A4B9634C94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20590" y="8862864"/>
            <a:ext cx="2652369" cy="29451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Klicka på första eller andra ikonen i den andra raden av ikoner för att infoga en bild</a:t>
            </a:r>
          </a:p>
        </p:txBody>
      </p:sp>
      <p:sp>
        <p:nvSpPr>
          <p:cNvPr id="9" name="Platshållare för text 12">
            <a:extLst>
              <a:ext uri="{FF2B5EF4-FFF2-40B4-BE49-F238E27FC236}">
                <a16:creationId xmlns:a16="http://schemas.microsoft.com/office/drawing/2014/main" id="{F366BAC0-2F85-87CC-34A9-BF9E4DCE86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862" y="11809519"/>
            <a:ext cx="2406868" cy="294799"/>
          </a:xfrm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tx1"/>
                </a:solidFill>
              </a:defRPr>
            </a:lvl1pPr>
            <a:lvl2pPr marL="773938" indent="0">
              <a:buNone/>
              <a:defRPr sz="900">
                <a:solidFill>
                  <a:schemeClr val="bg1"/>
                </a:solidFill>
              </a:defRPr>
            </a:lvl2pPr>
            <a:lvl3pPr marL="1547877" indent="0">
              <a:buNone/>
              <a:defRPr sz="900">
                <a:solidFill>
                  <a:schemeClr val="bg1"/>
                </a:solidFill>
              </a:defRPr>
            </a:lvl3pPr>
            <a:lvl4pPr marL="2321817" indent="0">
              <a:buNone/>
              <a:defRPr sz="900">
                <a:solidFill>
                  <a:schemeClr val="bg1"/>
                </a:solidFill>
              </a:defRPr>
            </a:lvl4pPr>
            <a:lvl5pPr marL="3095756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© Fotografens namn</a:t>
            </a:r>
          </a:p>
          <a:p>
            <a:pPr lvl="0"/>
            <a:endParaRPr lang="sv-SE" dirty="0"/>
          </a:p>
        </p:txBody>
      </p:sp>
      <p:pic>
        <p:nvPicPr>
          <p:cNvPr id="16" name="Bild 15" descr="Logotyp Karolinska Institutet.">
            <a:extLst>
              <a:ext uri="{FF2B5EF4-FFF2-40B4-BE49-F238E27FC236}">
                <a16:creationId xmlns:a16="http://schemas.microsoft.com/office/drawing/2014/main" id="{A72F43BE-57D3-4288-FABB-1CB5F3C9D3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7362" y="15703828"/>
            <a:ext cx="3292092" cy="1371705"/>
          </a:xfrm>
          <a:prstGeom prst="rect">
            <a:avLst/>
          </a:prstGeom>
        </p:spPr>
      </p:pic>
      <p:sp>
        <p:nvSpPr>
          <p:cNvPr id="24" name="Platshållare för text 20">
            <a:extLst>
              <a:ext uri="{FF2B5EF4-FFF2-40B4-BE49-F238E27FC236}">
                <a16:creationId xmlns:a16="http://schemas.microsoft.com/office/drawing/2014/main" id="{E22C976C-A1C1-2941-57C4-8023DD63B7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7510" y="14903356"/>
            <a:ext cx="2578590" cy="6515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773938" indent="0">
              <a:buNone/>
              <a:defRPr sz="2600">
                <a:solidFill>
                  <a:schemeClr val="bg1"/>
                </a:solidFill>
              </a:defRPr>
            </a:lvl2pPr>
            <a:lvl3pPr marL="1547877" indent="0">
              <a:buNone/>
              <a:defRPr sz="2600">
                <a:solidFill>
                  <a:schemeClr val="bg1"/>
                </a:solidFill>
              </a:defRPr>
            </a:lvl3pPr>
            <a:lvl4pPr marL="2321817" indent="0">
              <a:buNone/>
              <a:defRPr sz="2600">
                <a:solidFill>
                  <a:schemeClr val="bg1"/>
                </a:solidFill>
              </a:defRPr>
            </a:lvl4pPr>
            <a:lvl5pPr marL="3095756" indent="0">
              <a:buNone/>
              <a:defRPr sz="26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För mer information scanna QR-koden:</a:t>
            </a:r>
          </a:p>
        </p:txBody>
      </p:sp>
      <p:sp>
        <p:nvSpPr>
          <p:cNvPr id="26" name="Platshållare för bild 8">
            <a:extLst>
              <a:ext uri="{FF2B5EF4-FFF2-40B4-BE49-F238E27FC236}">
                <a16:creationId xmlns:a16="http://schemas.microsoft.com/office/drawing/2014/main" id="{FA7B5FF8-A3E2-A55B-E035-D2549F13529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13180" y="15722475"/>
            <a:ext cx="1331662" cy="133166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QR-kod</a:t>
            </a:r>
          </a:p>
        </p:txBody>
      </p:sp>
      <p:sp>
        <p:nvSpPr>
          <p:cNvPr id="29" name="Platshållare för text 13">
            <a:extLst>
              <a:ext uri="{FF2B5EF4-FFF2-40B4-BE49-F238E27FC236}">
                <a16:creationId xmlns:a16="http://schemas.microsoft.com/office/drawing/2014/main" id="{5DD416FD-32F6-8EA1-A491-B7260251B5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1739" y="12829965"/>
            <a:ext cx="8799117" cy="415520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Rubrik t ex Datum och tid</a:t>
            </a:r>
          </a:p>
          <a:p>
            <a:pPr lvl="0"/>
            <a:endParaRPr lang="sv-SE" dirty="0"/>
          </a:p>
        </p:txBody>
      </p:sp>
      <p:sp>
        <p:nvSpPr>
          <p:cNvPr id="30" name="Platshållare för text 9">
            <a:extLst>
              <a:ext uri="{FF2B5EF4-FFF2-40B4-BE49-F238E27FC236}">
                <a16:creationId xmlns:a16="http://schemas.microsoft.com/office/drawing/2014/main" id="{81375388-331F-FA92-3F46-7009094CE7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3490" y="13264121"/>
            <a:ext cx="8797366" cy="116678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773938" indent="0">
              <a:buNone/>
              <a:defRPr/>
            </a:lvl2pPr>
            <a:lvl3pPr marL="1547877" indent="0">
              <a:buNone/>
              <a:defRPr/>
            </a:lvl3pPr>
            <a:lvl4pPr marL="2321817" indent="0">
              <a:buNone/>
              <a:defRPr/>
            </a:lvl4pPr>
            <a:lvl5pPr marL="3095756" indent="0">
              <a:buNone/>
              <a:defRPr/>
            </a:lvl5pPr>
          </a:lstStyle>
          <a:p>
            <a:pPr lvl="0"/>
            <a:r>
              <a:rPr lang="sv-SE" dirty="0"/>
              <a:t>Ange dag (datum och tid) </a:t>
            </a:r>
          </a:p>
          <a:p>
            <a:pPr lvl="0"/>
            <a:r>
              <a:rPr lang="sv-SE" dirty="0"/>
              <a:t>för evenemanget</a:t>
            </a:r>
          </a:p>
        </p:txBody>
      </p:sp>
      <p:sp>
        <p:nvSpPr>
          <p:cNvPr id="5" name="Platshållare för text 27">
            <a:extLst>
              <a:ext uri="{FF2B5EF4-FFF2-40B4-BE49-F238E27FC236}">
                <a16:creationId xmlns:a16="http://schemas.microsoft.com/office/drawing/2014/main" id="{5FA99444-DCD8-D808-4BE8-5A1879BF928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6427" y="4175813"/>
            <a:ext cx="8844260" cy="17706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  <a:lvl2pPr marL="773938" indent="0">
              <a:buNone/>
              <a:defRPr sz="3200">
                <a:solidFill>
                  <a:schemeClr val="bg1"/>
                </a:solidFill>
              </a:defRPr>
            </a:lvl2pPr>
            <a:lvl3pPr marL="1547877" indent="0">
              <a:buNone/>
              <a:defRPr sz="3200">
                <a:solidFill>
                  <a:schemeClr val="bg1"/>
                </a:solidFill>
              </a:defRPr>
            </a:lvl3pPr>
            <a:lvl4pPr marL="2321817" indent="0">
              <a:buNone/>
              <a:defRPr sz="3200">
                <a:solidFill>
                  <a:schemeClr val="bg1"/>
                </a:solidFill>
              </a:defRPr>
            </a:lvl4pPr>
            <a:lvl5pPr marL="3095756" indent="0">
              <a:buNone/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Underrubrik på max tre rader</a:t>
            </a:r>
          </a:p>
          <a:p>
            <a:pPr lvl="0"/>
            <a:r>
              <a:rPr lang="sv-SE" dirty="0"/>
              <a:t>t ex institutionens namn</a:t>
            </a:r>
          </a:p>
          <a:p>
            <a:pPr lvl="0"/>
            <a:r>
              <a:rPr lang="sv-SE" dirty="0"/>
              <a:t>eller liknande</a:t>
            </a:r>
          </a:p>
          <a:p>
            <a:pPr lvl="0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55911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30" userDrawn="1">
          <p15:clr>
            <a:srgbClr val="FBAE40"/>
          </p15:clr>
        </p15:guide>
        <p15:guide id="2" pos="311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I-mall plommon seminarium utan bi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539258" y="606817"/>
            <a:ext cx="8846722" cy="3480286"/>
          </a:xfr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 ska skrivas </a:t>
            </a:r>
            <a:br>
              <a:rPr lang="sv-SE" dirty="0"/>
            </a:br>
            <a:r>
              <a:rPr lang="sv-SE" dirty="0"/>
              <a:t>i vitt och ligga </a:t>
            </a:r>
            <a:br>
              <a:rPr lang="sv-SE" dirty="0"/>
            </a:br>
            <a:r>
              <a:rPr lang="sv-SE" dirty="0"/>
              <a:t>på max </a:t>
            </a:r>
            <a:br>
              <a:rPr lang="sv-SE" dirty="0"/>
            </a:br>
            <a:r>
              <a:rPr lang="sv-SE" dirty="0"/>
              <a:t>fyra rader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1780ABF-BD7B-8079-78EF-8E140FDA9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91021"/>
            <a:ext cx="9875838" cy="6215143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28" name="Platshållare för text 27">
            <a:extLst>
              <a:ext uri="{FF2B5EF4-FFF2-40B4-BE49-F238E27FC236}">
                <a16:creationId xmlns:a16="http://schemas.microsoft.com/office/drawing/2014/main" id="{8B014ED7-ACB0-CCDF-FDC6-7129377482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988" y="6514423"/>
            <a:ext cx="8844260" cy="1891241"/>
          </a:xfr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  <a:lvl2pPr marL="773938" indent="0">
              <a:buNone/>
              <a:defRPr sz="3200">
                <a:solidFill>
                  <a:schemeClr val="bg1"/>
                </a:solidFill>
              </a:defRPr>
            </a:lvl2pPr>
            <a:lvl3pPr marL="1547877" indent="0">
              <a:buNone/>
              <a:defRPr sz="3200">
                <a:solidFill>
                  <a:schemeClr val="bg1"/>
                </a:solidFill>
              </a:defRPr>
            </a:lvl3pPr>
            <a:lvl4pPr marL="2321817" indent="0">
              <a:buNone/>
              <a:defRPr sz="3200">
                <a:solidFill>
                  <a:schemeClr val="bg1"/>
                </a:solidFill>
              </a:defRPr>
            </a:lvl4pPr>
            <a:lvl5pPr marL="3095756" indent="0">
              <a:buNone/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Kort text/titel på föreläsare eller seminarium</a:t>
            </a:r>
          </a:p>
          <a:p>
            <a:pPr lvl="0"/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510988" y="8847515"/>
            <a:ext cx="8844260" cy="2990646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1"/>
                </a:solidFill>
              </a:defRPr>
            </a:lvl1pPr>
            <a:lvl2pPr marL="773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4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21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95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869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43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17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1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Text om evenemanget</a:t>
            </a:r>
          </a:p>
        </p:txBody>
      </p:sp>
      <p:pic>
        <p:nvPicPr>
          <p:cNvPr id="16" name="Bild 15" descr="Logotyp Karolinska Institutet.">
            <a:extLst>
              <a:ext uri="{FF2B5EF4-FFF2-40B4-BE49-F238E27FC236}">
                <a16:creationId xmlns:a16="http://schemas.microsoft.com/office/drawing/2014/main" id="{A72F43BE-57D3-4288-FABB-1CB5F3C9D3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7362" y="15703828"/>
            <a:ext cx="3292092" cy="1371705"/>
          </a:xfrm>
          <a:prstGeom prst="rect">
            <a:avLst/>
          </a:prstGeom>
        </p:spPr>
      </p:pic>
      <p:sp>
        <p:nvSpPr>
          <p:cNvPr id="24" name="Platshållare för text 20">
            <a:extLst>
              <a:ext uri="{FF2B5EF4-FFF2-40B4-BE49-F238E27FC236}">
                <a16:creationId xmlns:a16="http://schemas.microsoft.com/office/drawing/2014/main" id="{E22C976C-A1C1-2941-57C4-8023DD63B7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7510" y="14903356"/>
            <a:ext cx="2578590" cy="6515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773938" indent="0">
              <a:buNone/>
              <a:defRPr sz="2600">
                <a:solidFill>
                  <a:schemeClr val="bg1"/>
                </a:solidFill>
              </a:defRPr>
            </a:lvl2pPr>
            <a:lvl3pPr marL="1547877" indent="0">
              <a:buNone/>
              <a:defRPr sz="2600">
                <a:solidFill>
                  <a:schemeClr val="bg1"/>
                </a:solidFill>
              </a:defRPr>
            </a:lvl3pPr>
            <a:lvl4pPr marL="2321817" indent="0">
              <a:buNone/>
              <a:defRPr sz="2600">
                <a:solidFill>
                  <a:schemeClr val="bg1"/>
                </a:solidFill>
              </a:defRPr>
            </a:lvl4pPr>
            <a:lvl5pPr marL="3095756" indent="0">
              <a:buNone/>
              <a:defRPr sz="26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För mer information scanna QR-koden:</a:t>
            </a:r>
          </a:p>
        </p:txBody>
      </p:sp>
      <p:sp>
        <p:nvSpPr>
          <p:cNvPr id="26" name="Platshållare för bild 8">
            <a:extLst>
              <a:ext uri="{FF2B5EF4-FFF2-40B4-BE49-F238E27FC236}">
                <a16:creationId xmlns:a16="http://schemas.microsoft.com/office/drawing/2014/main" id="{FA7B5FF8-A3E2-A55B-E035-D2549F13529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13180" y="15722475"/>
            <a:ext cx="1331662" cy="133166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QR-kod</a:t>
            </a:r>
          </a:p>
        </p:txBody>
      </p:sp>
      <p:sp>
        <p:nvSpPr>
          <p:cNvPr id="29" name="Platshållare för text 13">
            <a:extLst>
              <a:ext uri="{FF2B5EF4-FFF2-40B4-BE49-F238E27FC236}">
                <a16:creationId xmlns:a16="http://schemas.microsoft.com/office/drawing/2014/main" id="{5DD416FD-32F6-8EA1-A491-B7260251B5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1739" y="12829965"/>
            <a:ext cx="8799117" cy="415520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Rubrik t ex Datum och tid</a:t>
            </a:r>
          </a:p>
          <a:p>
            <a:pPr lvl="0"/>
            <a:endParaRPr lang="sv-SE" dirty="0"/>
          </a:p>
        </p:txBody>
      </p:sp>
      <p:sp>
        <p:nvSpPr>
          <p:cNvPr id="30" name="Platshållare för text 9">
            <a:extLst>
              <a:ext uri="{FF2B5EF4-FFF2-40B4-BE49-F238E27FC236}">
                <a16:creationId xmlns:a16="http://schemas.microsoft.com/office/drawing/2014/main" id="{81375388-331F-FA92-3F46-7009094CE7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3490" y="13264121"/>
            <a:ext cx="8797366" cy="116678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773938" indent="0">
              <a:buNone/>
              <a:defRPr/>
            </a:lvl2pPr>
            <a:lvl3pPr marL="1547877" indent="0">
              <a:buNone/>
              <a:defRPr/>
            </a:lvl3pPr>
            <a:lvl4pPr marL="2321817" indent="0">
              <a:buNone/>
              <a:defRPr/>
            </a:lvl4pPr>
            <a:lvl5pPr marL="3095756" indent="0">
              <a:buNone/>
              <a:defRPr/>
            </a:lvl5pPr>
          </a:lstStyle>
          <a:p>
            <a:pPr lvl="0"/>
            <a:r>
              <a:rPr lang="sv-SE" dirty="0"/>
              <a:t>Ange dag (datum och tid) </a:t>
            </a:r>
          </a:p>
          <a:p>
            <a:pPr lvl="0"/>
            <a:r>
              <a:rPr lang="sv-SE" dirty="0"/>
              <a:t>för evenemanget</a:t>
            </a:r>
          </a:p>
        </p:txBody>
      </p:sp>
      <p:sp>
        <p:nvSpPr>
          <p:cNvPr id="5" name="Platshållare för text 27">
            <a:extLst>
              <a:ext uri="{FF2B5EF4-FFF2-40B4-BE49-F238E27FC236}">
                <a16:creationId xmlns:a16="http://schemas.microsoft.com/office/drawing/2014/main" id="{5FA99444-DCD8-D808-4BE8-5A1879BF928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6427" y="4175813"/>
            <a:ext cx="8844260" cy="17706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3200" b="0">
                <a:solidFill>
                  <a:schemeClr val="bg1"/>
                </a:solidFill>
              </a:defRPr>
            </a:lvl1pPr>
            <a:lvl2pPr marL="773938" indent="0">
              <a:buNone/>
              <a:defRPr sz="3200">
                <a:solidFill>
                  <a:schemeClr val="bg1"/>
                </a:solidFill>
              </a:defRPr>
            </a:lvl2pPr>
            <a:lvl3pPr marL="1547877" indent="0">
              <a:buNone/>
              <a:defRPr sz="3200">
                <a:solidFill>
                  <a:schemeClr val="bg1"/>
                </a:solidFill>
              </a:defRPr>
            </a:lvl3pPr>
            <a:lvl4pPr marL="2321817" indent="0">
              <a:buNone/>
              <a:defRPr sz="3200">
                <a:solidFill>
                  <a:schemeClr val="bg1"/>
                </a:solidFill>
              </a:defRPr>
            </a:lvl4pPr>
            <a:lvl5pPr marL="3095756" indent="0">
              <a:buNone/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Underrubrik på max tre rader</a:t>
            </a:r>
          </a:p>
          <a:p>
            <a:pPr lvl="0"/>
            <a:r>
              <a:rPr lang="sv-SE" dirty="0"/>
              <a:t>t ex institutionens namn</a:t>
            </a:r>
          </a:p>
          <a:p>
            <a:pPr lvl="0"/>
            <a:r>
              <a:rPr lang="sv-SE" dirty="0"/>
              <a:t>eller liknande</a:t>
            </a:r>
          </a:p>
          <a:p>
            <a:pPr lvl="0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09816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30" userDrawn="1">
          <p15:clr>
            <a:srgbClr val="FBAE40"/>
          </p15:clr>
        </p15:guide>
        <p15:guide id="2" pos="311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I-mall plommon utan bi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A6E2D123-5941-6CDB-90E1-347647F6D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588" y="12994736"/>
            <a:ext cx="8882062" cy="1689639"/>
          </a:xfrm>
          <a:prstGeom prst="rect">
            <a:avLst/>
          </a:prstGeom>
          <a:solidFill>
            <a:srgbClr val="ED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539258" y="606817"/>
            <a:ext cx="8813052" cy="2649290"/>
          </a:xfr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Rubrik ska skrivas </a:t>
            </a:r>
            <a:br>
              <a:rPr lang="sv-SE" dirty="0"/>
            </a:br>
            <a:r>
              <a:rPr lang="sv-SE" dirty="0"/>
              <a:t>i vitt och bör ligga på </a:t>
            </a:r>
            <a:br>
              <a:rPr lang="sv-SE" dirty="0"/>
            </a:br>
            <a:r>
              <a:rPr lang="sv-SE" dirty="0"/>
              <a:t>max fyra rader</a:t>
            </a:r>
          </a:p>
        </p:txBody>
      </p:sp>
      <p:sp>
        <p:nvSpPr>
          <p:cNvPr id="28" name="Platshållare för text 27">
            <a:extLst>
              <a:ext uri="{FF2B5EF4-FFF2-40B4-BE49-F238E27FC236}">
                <a16:creationId xmlns:a16="http://schemas.microsoft.com/office/drawing/2014/main" id="{8B014ED7-ACB0-CCDF-FDC6-7129377482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4739" y="4358641"/>
            <a:ext cx="8757520" cy="2134084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773938" indent="0">
              <a:buNone/>
              <a:defRPr sz="3200">
                <a:solidFill>
                  <a:schemeClr val="bg1"/>
                </a:solidFill>
              </a:defRPr>
            </a:lvl2pPr>
            <a:lvl3pPr marL="1547877" indent="0">
              <a:buNone/>
              <a:defRPr sz="3200">
                <a:solidFill>
                  <a:schemeClr val="bg1"/>
                </a:solidFill>
              </a:defRPr>
            </a:lvl3pPr>
            <a:lvl4pPr marL="2321817" indent="0">
              <a:buNone/>
              <a:defRPr sz="3200">
                <a:solidFill>
                  <a:schemeClr val="bg1"/>
                </a:solidFill>
              </a:defRPr>
            </a:lvl4pPr>
            <a:lvl5pPr marL="3095756" indent="0">
              <a:buNone/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Inledning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552706" y="6714449"/>
            <a:ext cx="8797366" cy="2991677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773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4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21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95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869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43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17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1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Text om evenemanget</a:t>
            </a:r>
          </a:p>
        </p:txBody>
      </p:sp>
      <p:cxnSp>
        <p:nvCxnSpPr>
          <p:cNvPr id="5" name="Rak koppling 4">
            <a:extLst>
              <a:ext uri="{FF2B5EF4-FFF2-40B4-BE49-F238E27FC236}">
                <a16:creationId xmlns:a16="http://schemas.microsoft.com/office/drawing/2014/main" id="{9A4DF115-0F4C-965E-8D7D-670EE34AB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503" y="9994602"/>
            <a:ext cx="8522626" cy="0"/>
          </a:xfrm>
          <a:prstGeom prst="line">
            <a:avLst/>
          </a:prstGeom>
          <a:ln w="2857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888FB200-6E63-DC3E-58A7-BCB77BD06A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3729" y="10234551"/>
            <a:ext cx="8795206" cy="41552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/>
              <a:t>Rubrik t ex Datum och tid</a:t>
            </a:r>
          </a:p>
          <a:p>
            <a:pPr lvl="0"/>
            <a:endParaRPr lang="sv-SE" dirty="0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77E1E61D-2129-0347-5F1A-AC15E132A8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4122" y="10668707"/>
            <a:ext cx="8797366" cy="195174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773938" indent="0">
              <a:buNone/>
              <a:defRPr/>
            </a:lvl2pPr>
            <a:lvl3pPr marL="1547877" indent="0">
              <a:buNone/>
              <a:defRPr/>
            </a:lvl3pPr>
            <a:lvl4pPr marL="2321817" indent="0">
              <a:buNone/>
              <a:defRPr/>
            </a:lvl4pPr>
            <a:lvl5pPr marL="3095756" indent="0">
              <a:buNone/>
              <a:defRPr/>
            </a:lvl5pPr>
          </a:lstStyle>
          <a:p>
            <a:pPr lvl="0"/>
            <a:r>
              <a:rPr lang="sv-SE" dirty="0"/>
              <a:t>Ange dag (datum och tid) för evenemanget.</a:t>
            </a:r>
          </a:p>
        </p:txBody>
      </p:sp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3C46D54F-B7E1-B214-E29F-238328710B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5503" y="13359761"/>
            <a:ext cx="8295786" cy="393485"/>
          </a:xfrm>
        </p:spPr>
        <p:txBody>
          <a:bodyPr>
            <a:noAutofit/>
          </a:bodyPr>
          <a:lstStyle>
            <a:lvl1pPr marL="0" indent="0">
              <a:lnSpc>
                <a:spcPts val="3000"/>
              </a:lnSpc>
              <a:buNone/>
              <a:defRPr sz="2400" b="1"/>
            </a:lvl1pPr>
          </a:lstStyle>
          <a:p>
            <a:pPr lvl="0"/>
            <a:r>
              <a:rPr lang="sv-SE" dirty="0"/>
              <a:t>Kort rubrik</a:t>
            </a:r>
          </a:p>
        </p:txBody>
      </p:sp>
      <p:sp>
        <p:nvSpPr>
          <p:cNvPr id="25" name="Platshållare för text 24">
            <a:extLst>
              <a:ext uri="{FF2B5EF4-FFF2-40B4-BE49-F238E27FC236}">
                <a16:creationId xmlns:a16="http://schemas.microsoft.com/office/drawing/2014/main" id="{600C3B7C-F755-D8AC-F058-5B7BCA10A03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8316" y="13854936"/>
            <a:ext cx="8292974" cy="455158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773938" indent="0">
              <a:buNone/>
              <a:defRPr sz="2400"/>
            </a:lvl2pPr>
            <a:lvl3pPr marL="1547877" indent="0">
              <a:buNone/>
              <a:defRPr sz="2400"/>
            </a:lvl3pPr>
            <a:lvl4pPr marL="2321817" indent="0">
              <a:buNone/>
              <a:defRPr sz="2400"/>
            </a:lvl4pPr>
            <a:lvl5pPr marL="3095756" indent="0">
              <a:buNone/>
              <a:defRPr sz="2400"/>
            </a:lvl5pPr>
          </a:lstStyle>
          <a:p>
            <a:pPr lvl="0"/>
            <a:r>
              <a:rPr lang="sv-SE" dirty="0"/>
              <a:t>Kort information</a:t>
            </a:r>
          </a:p>
        </p:txBody>
      </p:sp>
      <p:pic>
        <p:nvPicPr>
          <p:cNvPr id="16" name="Bild 15" descr="Logotyp Karolinska Institutet.">
            <a:extLst>
              <a:ext uri="{FF2B5EF4-FFF2-40B4-BE49-F238E27FC236}">
                <a16:creationId xmlns:a16="http://schemas.microsoft.com/office/drawing/2014/main" id="{A72F43BE-57D3-4288-FABB-1CB5F3C9D3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7362" y="15703828"/>
            <a:ext cx="3292092" cy="1371705"/>
          </a:xfrm>
          <a:prstGeom prst="rect">
            <a:avLst/>
          </a:prstGeom>
        </p:spPr>
      </p:pic>
      <p:sp>
        <p:nvSpPr>
          <p:cNvPr id="11" name="Platshållare för text 20">
            <a:extLst>
              <a:ext uri="{FF2B5EF4-FFF2-40B4-BE49-F238E27FC236}">
                <a16:creationId xmlns:a16="http://schemas.microsoft.com/office/drawing/2014/main" id="{654A6E14-8F87-4E56-2176-9A58A84146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7510" y="14903356"/>
            <a:ext cx="2578590" cy="6515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773938" indent="0">
              <a:buNone/>
              <a:defRPr sz="2600">
                <a:solidFill>
                  <a:schemeClr val="bg1"/>
                </a:solidFill>
              </a:defRPr>
            </a:lvl2pPr>
            <a:lvl3pPr marL="1547877" indent="0">
              <a:buNone/>
              <a:defRPr sz="2600">
                <a:solidFill>
                  <a:schemeClr val="bg1"/>
                </a:solidFill>
              </a:defRPr>
            </a:lvl3pPr>
            <a:lvl4pPr marL="2321817" indent="0">
              <a:buNone/>
              <a:defRPr sz="2600">
                <a:solidFill>
                  <a:schemeClr val="bg1"/>
                </a:solidFill>
              </a:defRPr>
            </a:lvl4pPr>
            <a:lvl5pPr marL="3095756" indent="0">
              <a:buNone/>
              <a:defRPr sz="26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För mer information scanna QR-koden:</a:t>
            </a:r>
          </a:p>
        </p:txBody>
      </p:sp>
      <p:sp>
        <p:nvSpPr>
          <p:cNvPr id="13" name="Platshållare för bild 8">
            <a:extLst>
              <a:ext uri="{FF2B5EF4-FFF2-40B4-BE49-F238E27FC236}">
                <a16:creationId xmlns:a16="http://schemas.microsoft.com/office/drawing/2014/main" id="{C1363F7A-2907-81F3-8204-CDB8B54C02F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3180" y="15722475"/>
            <a:ext cx="1331662" cy="133166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QR-kod</a:t>
            </a:r>
          </a:p>
        </p:txBody>
      </p:sp>
    </p:spTree>
    <p:extLst>
      <p:ext uri="{BB962C8B-B14F-4D97-AF65-F5344CB8AC3E}">
        <p14:creationId xmlns:p14="http://schemas.microsoft.com/office/powerpoint/2010/main" val="3864041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30" userDrawn="1">
          <p15:clr>
            <a:srgbClr val="FBAE40"/>
          </p15:clr>
        </p15:guide>
        <p15:guide id="2" pos="311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arbetsmall m bild K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321D49BE-69C5-5F41-BDBC-42960C92F7FF}"/>
              </a:ext>
            </a:extLst>
          </p:cNvPr>
          <p:cNvSpPr/>
          <p:nvPr userDrawn="1"/>
        </p:nvSpPr>
        <p:spPr>
          <a:xfrm>
            <a:off x="509588" y="13001087"/>
            <a:ext cx="8864756" cy="16896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539258" y="606817"/>
            <a:ext cx="8972228" cy="2649290"/>
          </a:xfr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 ska skrivas i svart och bör ligga på max tre rader</a:t>
            </a:r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B9D82EE8-3BE2-AC66-8FE4-BAA0A6AB41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04618" y="8580785"/>
            <a:ext cx="2406868" cy="448687"/>
          </a:xfr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>
              <a:buNone/>
              <a:defRPr sz="900">
                <a:solidFill>
                  <a:schemeClr val="bg1"/>
                </a:solidFill>
              </a:defRPr>
            </a:lvl2pPr>
            <a:lvl3pPr marL="1547877" indent="0">
              <a:buNone/>
              <a:defRPr sz="900">
                <a:solidFill>
                  <a:schemeClr val="bg1"/>
                </a:solidFill>
              </a:defRPr>
            </a:lvl3pPr>
            <a:lvl4pPr marL="2321817" indent="0">
              <a:buNone/>
              <a:defRPr sz="900">
                <a:solidFill>
                  <a:schemeClr val="bg1"/>
                </a:solidFill>
              </a:defRPr>
            </a:lvl4pPr>
            <a:lvl5pPr marL="3095756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© Fotografens namn</a:t>
            </a:r>
          </a:p>
          <a:p>
            <a:pPr lvl="0"/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561292" y="9206390"/>
            <a:ext cx="8864756" cy="3234065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4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21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95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869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43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17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1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Text om evenemanget</a:t>
            </a:r>
          </a:p>
        </p:txBody>
      </p:sp>
      <p:pic>
        <p:nvPicPr>
          <p:cNvPr id="5" name="Bild 4">
            <a:extLst>
              <a:ext uri="{FF2B5EF4-FFF2-40B4-BE49-F238E27FC236}">
                <a16:creationId xmlns:a16="http://schemas.microsoft.com/office/drawing/2014/main" id="{651FDB11-AE61-1FDE-01AA-327F355FF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8903" y="15707606"/>
            <a:ext cx="3292092" cy="1371705"/>
          </a:xfrm>
          <a:prstGeom prst="rect">
            <a:avLst/>
          </a:prstGeom>
        </p:spPr>
      </p:pic>
      <p:sp>
        <p:nvSpPr>
          <p:cNvPr id="7" name="Platshållare för text 24">
            <a:extLst>
              <a:ext uri="{FF2B5EF4-FFF2-40B4-BE49-F238E27FC236}">
                <a16:creationId xmlns:a16="http://schemas.microsoft.com/office/drawing/2014/main" id="{18446612-ED11-2A8B-D6CF-3D7C9AC0A7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676" y="13632914"/>
            <a:ext cx="7005217" cy="889909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>
              <a:buNone/>
              <a:defRPr sz="2400"/>
            </a:lvl2pPr>
            <a:lvl3pPr marL="1547877" indent="0">
              <a:buNone/>
              <a:defRPr sz="2400"/>
            </a:lvl3pPr>
            <a:lvl4pPr marL="2321817" indent="0">
              <a:buNone/>
              <a:defRPr sz="2400"/>
            </a:lvl4pPr>
            <a:lvl5pPr marL="3095756" indent="0">
              <a:buNone/>
              <a:defRPr sz="2400"/>
            </a:lvl5pPr>
          </a:lstStyle>
          <a:p>
            <a:pPr lvl="0"/>
            <a:r>
              <a:rPr lang="sv-SE" dirty="0"/>
              <a:t>Webbadress eller annan info</a:t>
            </a:r>
          </a:p>
          <a:p>
            <a:pPr lvl="0"/>
            <a:r>
              <a:rPr lang="sv-SE" dirty="0"/>
              <a:t>Max två rader</a:t>
            </a:r>
          </a:p>
        </p:txBody>
      </p:sp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EE1E06E9-B2A5-B8CE-92A0-7F336CE1E3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2915" y="15702789"/>
            <a:ext cx="3982756" cy="137170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v-SE" dirty="0"/>
              <a:t>Klicka på ikonen för att infoga en samarbetslogotyp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ADA66FCA-462E-4B16-E363-E466EA1A64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676" y="13122322"/>
            <a:ext cx="7005217" cy="497146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v-SE" b="1" dirty="0"/>
              <a:t>Kort rubrik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0264ED0B-482F-2DE2-528C-AC10170FC17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09588" y="3237103"/>
            <a:ext cx="8972228" cy="534650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Klicka på första eller andra ikonen i den andra raden av ikoner för att infoga en bild</a:t>
            </a:r>
          </a:p>
        </p:txBody>
      </p:sp>
      <p:sp>
        <p:nvSpPr>
          <p:cNvPr id="4" name="Platshållare för bild 8">
            <a:extLst>
              <a:ext uri="{FF2B5EF4-FFF2-40B4-BE49-F238E27FC236}">
                <a16:creationId xmlns:a16="http://schemas.microsoft.com/office/drawing/2014/main" id="{48DC8228-0FED-B9D9-4CB0-9F5A21D6210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78533" y="13301512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QR-kod</a:t>
            </a:r>
          </a:p>
        </p:txBody>
      </p:sp>
    </p:spTree>
    <p:extLst>
      <p:ext uri="{BB962C8B-B14F-4D97-AF65-F5344CB8AC3E}">
        <p14:creationId xmlns:p14="http://schemas.microsoft.com/office/powerpoint/2010/main" val="3306844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30" userDrawn="1">
          <p15:clr>
            <a:srgbClr val="FBAE40"/>
          </p15:clr>
        </p15:guide>
        <p15:guide id="2" pos="311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arbetsmall m bild 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tshållare för bild 10">
            <a:extLst>
              <a:ext uri="{FF2B5EF4-FFF2-40B4-BE49-F238E27FC236}">
                <a16:creationId xmlns:a16="http://schemas.microsoft.com/office/drawing/2014/main" id="{EE1E06E9-B2A5-B8CE-92A0-7F336CE1E3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2914" y="15702789"/>
            <a:ext cx="8801429" cy="137170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v-SE" dirty="0"/>
              <a:t>Klicka på ikonen för att infoga en samarbetslogotyp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321D49BE-69C5-5F41-BDBC-42960C92F7FF}"/>
              </a:ext>
            </a:extLst>
          </p:cNvPr>
          <p:cNvSpPr/>
          <p:nvPr userDrawn="1"/>
        </p:nvSpPr>
        <p:spPr>
          <a:xfrm>
            <a:off x="509588" y="13001087"/>
            <a:ext cx="8864756" cy="16896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539258" y="606817"/>
            <a:ext cx="8972228" cy="2649290"/>
          </a:xfr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 ska skrivas i svart och bör ligga på max tre rader</a:t>
            </a:r>
          </a:p>
        </p:txBody>
      </p:sp>
      <p:sp>
        <p:nvSpPr>
          <p:cNvPr id="13" name="Platshållare för text 12">
            <a:extLst>
              <a:ext uri="{FF2B5EF4-FFF2-40B4-BE49-F238E27FC236}">
                <a16:creationId xmlns:a16="http://schemas.microsoft.com/office/drawing/2014/main" id="{B9D82EE8-3BE2-AC66-8FE4-BAA0A6AB41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04618" y="8580785"/>
            <a:ext cx="2406868" cy="448687"/>
          </a:xfrm>
        </p:spPr>
        <p:txBody>
          <a:bodyPr>
            <a:noAutofit/>
          </a:bodyPr>
          <a:lstStyle>
            <a:lvl1pPr marL="0" indent="0" algn="r">
              <a:buNone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>
              <a:buNone/>
              <a:defRPr sz="900">
                <a:solidFill>
                  <a:schemeClr val="bg1"/>
                </a:solidFill>
              </a:defRPr>
            </a:lvl2pPr>
            <a:lvl3pPr marL="1547877" indent="0">
              <a:buNone/>
              <a:defRPr sz="900">
                <a:solidFill>
                  <a:schemeClr val="bg1"/>
                </a:solidFill>
              </a:defRPr>
            </a:lvl3pPr>
            <a:lvl4pPr marL="2321817" indent="0">
              <a:buNone/>
              <a:defRPr sz="900">
                <a:solidFill>
                  <a:schemeClr val="bg1"/>
                </a:solidFill>
              </a:defRPr>
            </a:lvl4pPr>
            <a:lvl5pPr marL="3095756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© Fotografens namn</a:t>
            </a:r>
          </a:p>
          <a:p>
            <a:pPr lvl="0"/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561292" y="9206390"/>
            <a:ext cx="8864756" cy="3234065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4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21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95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869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43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17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1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Text om evenemanget</a:t>
            </a:r>
          </a:p>
        </p:txBody>
      </p:sp>
      <p:sp>
        <p:nvSpPr>
          <p:cNvPr id="7" name="Platshållare för text 24">
            <a:extLst>
              <a:ext uri="{FF2B5EF4-FFF2-40B4-BE49-F238E27FC236}">
                <a16:creationId xmlns:a16="http://schemas.microsoft.com/office/drawing/2014/main" id="{18446612-ED11-2A8B-D6CF-3D7C9AC0A7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676" y="13632914"/>
            <a:ext cx="7005217" cy="889909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>
              <a:buNone/>
              <a:defRPr sz="2400"/>
            </a:lvl2pPr>
            <a:lvl3pPr marL="1547877" indent="0">
              <a:buNone/>
              <a:defRPr sz="2400"/>
            </a:lvl3pPr>
            <a:lvl4pPr marL="2321817" indent="0">
              <a:buNone/>
              <a:defRPr sz="2400"/>
            </a:lvl4pPr>
            <a:lvl5pPr marL="3095756" indent="0">
              <a:buNone/>
              <a:defRPr sz="2400"/>
            </a:lvl5pPr>
          </a:lstStyle>
          <a:p>
            <a:pPr lvl="0"/>
            <a:r>
              <a:rPr lang="sv-SE" dirty="0"/>
              <a:t>Webbadress eller annan info</a:t>
            </a:r>
          </a:p>
          <a:p>
            <a:pPr lvl="0"/>
            <a:r>
              <a:rPr lang="sv-SE" dirty="0"/>
              <a:t>Max två rader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ADA66FCA-462E-4B16-E363-E466EA1A64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676" y="13122322"/>
            <a:ext cx="7005217" cy="497146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v-SE" b="1" dirty="0"/>
              <a:t>Kort rubrik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0264ED0B-482F-2DE2-528C-AC10170FC17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09588" y="3237103"/>
            <a:ext cx="8972228" cy="534650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sv-SE" dirty="0"/>
              <a:t>Klicka på första eller andra ikonen i den andra raden av ikoner för att infoga en bild</a:t>
            </a:r>
          </a:p>
        </p:txBody>
      </p:sp>
      <p:sp>
        <p:nvSpPr>
          <p:cNvPr id="4" name="Platshållare för bild 8">
            <a:extLst>
              <a:ext uri="{FF2B5EF4-FFF2-40B4-BE49-F238E27FC236}">
                <a16:creationId xmlns:a16="http://schemas.microsoft.com/office/drawing/2014/main" id="{48DC8228-0FED-B9D9-4CB0-9F5A21D6210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78533" y="13301512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QR-kod</a:t>
            </a:r>
          </a:p>
        </p:txBody>
      </p:sp>
    </p:spTree>
    <p:extLst>
      <p:ext uri="{BB962C8B-B14F-4D97-AF65-F5344CB8AC3E}">
        <p14:creationId xmlns:p14="http://schemas.microsoft.com/office/powerpoint/2010/main" val="3756813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30" userDrawn="1">
          <p15:clr>
            <a:srgbClr val="FBAE40"/>
          </p15:clr>
        </p15:guide>
        <p15:guide id="2" pos="311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arbetsmall utan bild K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ACCF5754-C124-69AA-0C0B-14C57709D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237247"/>
            <a:ext cx="9875838" cy="119773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4788" tIns="77394" rIns="154788" bIns="77394" rtlCol="0" anchor="ctr"/>
          <a:lstStyle/>
          <a:p>
            <a:pPr algn="ctr"/>
            <a:endParaRPr lang="sv-SE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539258" y="606817"/>
            <a:ext cx="8761414" cy="2649290"/>
          </a:xfr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 ska skrivas i svart och bör ligga på max tre rader</a:t>
            </a:r>
          </a:p>
        </p:txBody>
      </p:sp>
      <p:sp>
        <p:nvSpPr>
          <p:cNvPr id="28" name="Platshållare för text 27">
            <a:extLst>
              <a:ext uri="{FF2B5EF4-FFF2-40B4-BE49-F238E27FC236}">
                <a16:creationId xmlns:a16="http://schemas.microsoft.com/office/drawing/2014/main" id="{8B014ED7-ACB0-CCDF-FDC6-7129377482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1291" y="3706526"/>
            <a:ext cx="8761414" cy="2355809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>
              <a:buNone/>
              <a:defRPr sz="3200">
                <a:solidFill>
                  <a:schemeClr val="bg1"/>
                </a:solidFill>
              </a:defRPr>
            </a:lvl2pPr>
            <a:lvl3pPr marL="1547877" indent="0">
              <a:buNone/>
              <a:defRPr sz="3200">
                <a:solidFill>
                  <a:schemeClr val="bg1"/>
                </a:solidFill>
              </a:defRPr>
            </a:lvl3pPr>
            <a:lvl4pPr marL="2321817" indent="0">
              <a:buNone/>
              <a:defRPr sz="3200">
                <a:solidFill>
                  <a:schemeClr val="bg1"/>
                </a:solidFill>
              </a:defRPr>
            </a:lvl4pPr>
            <a:lvl5pPr marL="3095756" indent="0">
              <a:buNone/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Inledning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553133" y="6062335"/>
            <a:ext cx="8739565" cy="3157121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4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21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95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869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43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17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1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Text om evenemanget</a:t>
            </a:r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8403B2D4-6FB0-2502-E8E1-03971DC4DD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1315" y="10150938"/>
            <a:ext cx="8761588" cy="520700"/>
          </a:xfrm>
        </p:spPr>
        <p:txBody>
          <a:bodyPr/>
          <a:lstStyle>
            <a:lvl1pPr marL="0" indent="0">
              <a:buFontTx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v-SE" dirty="0"/>
              <a:t>Datum och tid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77E1E61D-2129-0347-5F1A-AC15E132A8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4883" y="10674036"/>
            <a:ext cx="8757822" cy="619573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>
              <a:buNone/>
              <a:defRPr/>
            </a:lvl2pPr>
            <a:lvl3pPr marL="1547877" indent="0">
              <a:buNone/>
              <a:defRPr/>
            </a:lvl3pPr>
            <a:lvl4pPr marL="2321817" indent="0">
              <a:buNone/>
              <a:defRPr/>
            </a:lvl4pPr>
            <a:lvl5pPr marL="3095756" indent="0">
              <a:buNone/>
              <a:defRPr/>
            </a:lvl5pPr>
          </a:lstStyle>
          <a:p>
            <a:pPr lvl="0"/>
            <a:r>
              <a:rPr lang="sv-SE" dirty="0"/>
              <a:t>Ange dag (datum och tid) för evenemanget.</a:t>
            </a:r>
          </a:p>
        </p:txBody>
      </p:sp>
      <p:sp>
        <p:nvSpPr>
          <p:cNvPr id="8" name="Platshållare för text 6">
            <a:extLst>
              <a:ext uri="{FF2B5EF4-FFF2-40B4-BE49-F238E27FC236}">
                <a16:creationId xmlns:a16="http://schemas.microsoft.com/office/drawing/2014/main" id="{08EEBF24-8110-8ED2-8BC0-C3C9C9BFCE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9076" y="11378693"/>
            <a:ext cx="8753629" cy="520700"/>
          </a:xfrm>
        </p:spPr>
        <p:txBody>
          <a:bodyPr/>
          <a:lstStyle>
            <a:lvl1pPr marL="0" indent="0">
              <a:buFontTx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v-SE" dirty="0"/>
              <a:t>Lokal och adress</a:t>
            </a:r>
          </a:p>
        </p:txBody>
      </p:sp>
      <p:sp>
        <p:nvSpPr>
          <p:cNvPr id="12" name="Platshållare för text 9">
            <a:extLst>
              <a:ext uri="{FF2B5EF4-FFF2-40B4-BE49-F238E27FC236}">
                <a16:creationId xmlns:a16="http://schemas.microsoft.com/office/drawing/2014/main" id="{F23F0305-E4AC-2DE6-81BF-4A5943EA26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1315" y="11909189"/>
            <a:ext cx="8761390" cy="107896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>
              <a:buNone/>
              <a:defRPr/>
            </a:lvl2pPr>
            <a:lvl3pPr marL="1547877" indent="0">
              <a:buNone/>
              <a:defRPr/>
            </a:lvl3pPr>
            <a:lvl4pPr marL="2321817" indent="0">
              <a:buNone/>
              <a:defRPr/>
            </a:lvl4pPr>
            <a:lvl5pPr marL="3095756" indent="0">
              <a:buNone/>
              <a:defRPr/>
            </a:lvl5pPr>
          </a:lstStyle>
          <a:p>
            <a:pPr lvl="0"/>
            <a:r>
              <a:rPr lang="sv-SE" dirty="0"/>
              <a:t>Ange plats (lokal och adress) för evenemanget</a:t>
            </a:r>
          </a:p>
        </p:txBody>
      </p:sp>
      <p:cxnSp>
        <p:nvCxnSpPr>
          <p:cNvPr id="32" name="Rak koppling 31">
            <a:extLst>
              <a:ext uri="{FF2B5EF4-FFF2-40B4-BE49-F238E27FC236}">
                <a16:creationId xmlns:a16="http://schemas.microsoft.com/office/drawing/2014/main" id="{1ADFC93A-DC50-EDE1-8D5A-D3983A62D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6600" y="9994602"/>
            <a:ext cx="8388994" cy="0"/>
          </a:xfrm>
          <a:prstGeom prst="line">
            <a:avLst/>
          </a:prstGeom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ktangel 5">
            <a:extLst>
              <a:ext uri="{FF2B5EF4-FFF2-40B4-BE49-F238E27FC236}">
                <a16:creationId xmlns:a16="http://schemas.microsoft.com/office/drawing/2014/main" id="{15956ED6-3449-4EC9-F007-58B59348D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588" y="13001087"/>
            <a:ext cx="8864756" cy="16896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Platshållare för bild 10">
            <a:extLst>
              <a:ext uri="{FF2B5EF4-FFF2-40B4-BE49-F238E27FC236}">
                <a16:creationId xmlns:a16="http://schemas.microsoft.com/office/drawing/2014/main" id="{D55A6279-5856-C91D-5229-5C3C6C0B80B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2915" y="15702789"/>
            <a:ext cx="3982756" cy="137170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v-SE" dirty="0"/>
              <a:t>Klicka på ikonen för att infoga en samarbetslogotyp</a:t>
            </a:r>
          </a:p>
        </p:txBody>
      </p:sp>
      <p:pic>
        <p:nvPicPr>
          <p:cNvPr id="34" name="Bild 33">
            <a:extLst>
              <a:ext uri="{FF2B5EF4-FFF2-40B4-BE49-F238E27FC236}">
                <a16:creationId xmlns:a16="http://schemas.microsoft.com/office/drawing/2014/main" id="{ADFA56D8-4C81-E9E0-CF6B-FA976A6223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8903" y="15707606"/>
            <a:ext cx="3292092" cy="1371705"/>
          </a:xfrm>
          <a:prstGeom prst="rect">
            <a:avLst/>
          </a:prstGeom>
        </p:spPr>
      </p:pic>
      <p:sp>
        <p:nvSpPr>
          <p:cNvPr id="5" name="Platshållare för text 24">
            <a:extLst>
              <a:ext uri="{FF2B5EF4-FFF2-40B4-BE49-F238E27FC236}">
                <a16:creationId xmlns:a16="http://schemas.microsoft.com/office/drawing/2014/main" id="{00E5AEF6-E3D2-4895-F936-9111354271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676" y="13632914"/>
            <a:ext cx="7005217" cy="889909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>
              <a:buNone/>
              <a:defRPr sz="2400"/>
            </a:lvl2pPr>
            <a:lvl3pPr marL="1547877" indent="0">
              <a:buNone/>
              <a:defRPr sz="2400"/>
            </a:lvl3pPr>
            <a:lvl4pPr marL="2321817" indent="0">
              <a:buNone/>
              <a:defRPr sz="2400"/>
            </a:lvl4pPr>
            <a:lvl5pPr marL="3095756" indent="0">
              <a:buNone/>
              <a:defRPr sz="2400"/>
            </a:lvl5pPr>
          </a:lstStyle>
          <a:p>
            <a:pPr lvl="0"/>
            <a:r>
              <a:rPr lang="sv-SE" dirty="0"/>
              <a:t>Webbadress eller annan info</a:t>
            </a:r>
          </a:p>
          <a:p>
            <a:pPr lvl="0"/>
            <a:r>
              <a:rPr lang="sv-SE" dirty="0"/>
              <a:t>Max två rader</a:t>
            </a:r>
          </a:p>
        </p:txBody>
      </p:sp>
      <p:sp>
        <p:nvSpPr>
          <p:cNvPr id="14" name="Platshållare för text 9">
            <a:extLst>
              <a:ext uri="{FF2B5EF4-FFF2-40B4-BE49-F238E27FC236}">
                <a16:creationId xmlns:a16="http://schemas.microsoft.com/office/drawing/2014/main" id="{51CC433D-7596-2BA2-4F6E-38FBC5F869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676" y="13122322"/>
            <a:ext cx="7005217" cy="497146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v-SE" b="1" dirty="0"/>
              <a:t>Kort rubrik</a:t>
            </a:r>
          </a:p>
        </p:txBody>
      </p:sp>
      <p:sp>
        <p:nvSpPr>
          <p:cNvPr id="15" name="Platshållare för bild 8">
            <a:extLst>
              <a:ext uri="{FF2B5EF4-FFF2-40B4-BE49-F238E27FC236}">
                <a16:creationId xmlns:a16="http://schemas.microsoft.com/office/drawing/2014/main" id="{D1A9BD8A-3367-432A-DD7D-4AD26CACC7D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78533" y="13301512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QR-kod</a:t>
            </a:r>
          </a:p>
        </p:txBody>
      </p:sp>
    </p:spTree>
    <p:extLst>
      <p:ext uri="{BB962C8B-B14F-4D97-AF65-F5344CB8AC3E}">
        <p14:creationId xmlns:p14="http://schemas.microsoft.com/office/powerpoint/2010/main" val="3105797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30" userDrawn="1">
          <p15:clr>
            <a:srgbClr val="FBAE40"/>
          </p15:clr>
        </p15:guide>
        <p15:guide id="2" pos="311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arbetsmall utan bild 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ACCF5754-C124-69AA-0C0B-14C57709D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237247"/>
            <a:ext cx="9875838" cy="119773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4788" tIns="77394" rIns="154788" bIns="77394" rtlCol="0" anchor="ctr"/>
          <a:lstStyle/>
          <a:p>
            <a:pPr algn="ctr"/>
            <a:endParaRPr lang="sv-SE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539258" y="606817"/>
            <a:ext cx="8761414" cy="2649290"/>
          </a:xfr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 ska skrivas i svart och bör ligga på max tre rader</a:t>
            </a:r>
          </a:p>
        </p:txBody>
      </p:sp>
      <p:sp>
        <p:nvSpPr>
          <p:cNvPr id="28" name="Platshållare för text 27">
            <a:extLst>
              <a:ext uri="{FF2B5EF4-FFF2-40B4-BE49-F238E27FC236}">
                <a16:creationId xmlns:a16="http://schemas.microsoft.com/office/drawing/2014/main" id="{8B014ED7-ACB0-CCDF-FDC6-7129377482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1291" y="3706526"/>
            <a:ext cx="8761414" cy="2355809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>
              <a:buNone/>
              <a:defRPr sz="3200">
                <a:solidFill>
                  <a:schemeClr val="bg1"/>
                </a:solidFill>
              </a:defRPr>
            </a:lvl2pPr>
            <a:lvl3pPr marL="1547877" indent="0">
              <a:buNone/>
              <a:defRPr sz="3200">
                <a:solidFill>
                  <a:schemeClr val="bg1"/>
                </a:solidFill>
              </a:defRPr>
            </a:lvl3pPr>
            <a:lvl4pPr marL="2321817" indent="0">
              <a:buNone/>
              <a:defRPr sz="3200">
                <a:solidFill>
                  <a:schemeClr val="bg1"/>
                </a:solidFill>
              </a:defRPr>
            </a:lvl4pPr>
            <a:lvl5pPr marL="3095756" indent="0">
              <a:buNone/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 dirty="0"/>
              <a:t>Inledning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553133" y="6062335"/>
            <a:ext cx="8739565" cy="3157121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4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21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95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869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43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17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1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Text om evenemanget</a:t>
            </a:r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8403B2D4-6FB0-2502-E8E1-03971DC4DD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1315" y="10150938"/>
            <a:ext cx="8761588" cy="520700"/>
          </a:xfrm>
        </p:spPr>
        <p:txBody>
          <a:bodyPr/>
          <a:lstStyle>
            <a:lvl1pPr marL="0" indent="0">
              <a:buFontTx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v-SE" dirty="0"/>
              <a:t>Datum och tid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77E1E61D-2129-0347-5F1A-AC15E132A8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4883" y="10674036"/>
            <a:ext cx="8757822" cy="619573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>
              <a:buNone/>
              <a:defRPr/>
            </a:lvl2pPr>
            <a:lvl3pPr marL="1547877" indent="0">
              <a:buNone/>
              <a:defRPr/>
            </a:lvl3pPr>
            <a:lvl4pPr marL="2321817" indent="0">
              <a:buNone/>
              <a:defRPr/>
            </a:lvl4pPr>
            <a:lvl5pPr marL="3095756" indent="0">
              <a:buNone/>
              <a:defRPr/>
            </a:lvl5pPr>
          </a:lstStyle>
          <a:p>
            <a:pPr lvl="0"/>
            <a:r>
              <a:rPr lang="sv-SE" dirty="0"/>
              <a:t>Ange dag (datum och tid) för evenemanget.</a:t>
            </a:r>
          </a:p>
        </p:txBody>
      </p:sp>
      <p:sp>
        <p:nvSpPr>
          <p:cNvPr id="8" name="Platshållare för text 6">
            <a:extLst>
              <a:ext uri="{FF2B5EF4-FFF2-40B4-BE49-F238E27FC236}">
                <a16:creationId xmlns:a16="http://schemas.microsoft.com/office/drawing/2014/main" id="{08EEBF24-8110-8ED2-8BC0-C3C9C9BFCE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9076" y="11378693"/>
            <a:ext cx="8753629" cy="520700"/>
          </a:xfrm>
        </p:spPr>
        <p:txBody>
          <a:bodyPr/>
          <a:lstStyle>
            <a:lvl1pPr marL="0" indent="0">
              <a:buFontTx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v-SE" dirty="0"/>
              <a:t>Lokal och adress</a:t>
            </a:r>
          </a:p>
        </p:txBody>
      </p:sp>
      <p:sp>
        <p:nvSpPr>
          <p:cNvPr id="12" name="Platshållare för text 9">
            <a:extLst>
              <a:ext uri="{FF2B5EF4-FFF2-40B4-BE49-F238E27FC236}">
                <a16:creationId xmlns:a16="http://schemas.microsoft.com/office/drawing/2014/main" id="{F23F0305-E4AC-2DE6-81BF-4A5943EA26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1315" y="11909189"/>
            <a:ext cx="8761390" cy="107896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>
              <a:buNone/>
              <a:defRPr/>
            </a:lvl2pPr>
            <a:lvl3pPr marL="1547877" indent="0">
              <a:buNone/>
              <a:defRPr/>
            </a:lvl3pPr>
            <a:lvl4pPr marL="2321817" indent="0">
              <a:buNone/>
              <a:defRPr/>
            </a:lvl4pPr>
            <a:lvl5pPr marL="3095756" indent="0">
              <a:buNone/>
              <a:defRPr/>
            </a:lvl5pPr>
          </a:lstStyle>
          <a:p>
            <a:pPr lvl="0"/>
            <a:r>
              <a:rPr lang="sv-SE" dirty="0"/>
              <a:t>Ange plats (lokal och adress) för evenemanget</a:t>
            </a:r>
          </a:p>
        </p:txBody>
      </p:sp>
      <p:cxnSp>
        <p:nvCxnSpPr>
          <p:cNvPr id="32" name="Rak koppling 31">
            <a:extLst>
              <a:ext uri="{FF2B5EF4-FFF2-40B4-BE49-F238E27FC236}">
                <a16:creationId xmlns:a16="http://schemas.microsoft.com/office/drawing/2014/main" id="{1ADFC93A-DC50-EDE1-8D5A-D3983A62D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6600" y="9994602"/>
            <a:ext cx="8388994" cy="0"/>
          </a:xfrm>
          <a:prstGeom prst="line">
            <a:avLst/>
          </a:prstGeom>
          <a:ln w="285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ktangel 5">
            <a:extLst>
              <a:ext uri="{FF2B5EF4-FFF2-40B4-BE49-F238E27FC236}">
                <a16:creationId xmlns:a16="http://schemas.microsoft.com/office/drawing/2014/main" id="{15956ED6-3449-4EC9-F007-58B59348D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9588" y="13001087"/>
            <a:ext cx="8864756" cy="168963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3" name="Platshållare för bild 10">
            <a:extLst>
              <a:ext uri="{FF2B5EF4-FFF2-40B4-BE49-F238E27FC236}">
                <a16:creationId xmlns:a16="http://schemas.microsoft.com/office/drawing/2014/main" id="{D55A6279-5856-C91D-5229-5C3C6C0B80B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72914" y="15702789"/>
            <a:ext cx="8801430" cy="137170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v-SE" dirty="0"/>
              <a:t>Klicka på ikonen för att infoga en samarbetslogotyp</a:t>
            </a:r>
          </a:p>
        </p:txBody>
      </p:sp>
      <p:sp>
        <p:nvSpPr>
          <p:cNvPr id="5" name="Platshållare för text 24">
            <a:extLst>
              <a:ext uri="{FF2B5EF4-FFF2-40B4-BE49-F238E27FC236}">
                <a16:creationId xmlns:a16="http://schemas.microsoft.com/office/drawing/2014/main" id="{00E5AEF6-E3D2-4895-F936-9111354271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676" y="13632914"/>
            <a:ext cx="7005217" cy="889909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73938" indent="0">
              <a:buNone/>
              <a:defRPr sz="2400"/>
            </a:lvl2pPr>
            <a:lvl3pPr marL="1547877" indent="0">
              <a:buNone/>
              <a:defRPr sz="2400"/>
            </a:lvl3pPr>
            <a:lvl4pPr marL="2321817" indent="0">
              <a:buNone/>
              <a:defRPr sz="2400"/>
            </a:lvl4pPr>
            <a:lvl5pPr marL="3095756" indent="0">
              <a:buNone/>
              <a:defRPr sz="2400"/>
            </a:lvl5pPr>
          </a:lstStyle>
          <a:p>
            <a:pPr lvl="0"/>
            <a:r>
              <a:rPr lang="sv-SE" dirty="0"/>
              <a:t>Webbadress eller annan info</a:t>
            </a:r>
          </a:p>
          <a:p>
            <a:pPr lvl="0"/>
            <a:r>
              <a:rPr lang="sv-SE" dirty="0"/>
              <a:t>Max två rader</a:t>
            </a:r>
          </a:p>
        </p:txBody>
      </p:sp>
      <p:sp>
        <p:nvSpPr>
          <p:cNvPr id="14" name="Platshållare för text 9">
            <a:extLst>
              <a:ext uri="{FF2B5EF4-FFF2-40B4-BE49-F238E27FC236}">
                <a16:creationId xmlns:a16="http://schemas.microsoft.com/office/drawing/2014/main" id="{51CC433D-7596-2BA2-4F6E-38FBC5F869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676" y="13122322"/>
            <a:ext cx="7005217" cy="497146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v-SE" b="1" dirty="0"/>
              <a:t>Kort rubrik</a:t>
            </a:r>
          </a:p>
        </p:txBody>
      </p:sp>
      <p:sp>
        <p:nvSpPr>
          <p:cNvPr id="15" name="Platshållare för bild 8">
            <a:extLst>
              <a:ext uri="{FF2B5EF4-FFF2-40B4-BE49-F238E27FC236}">
                <a16:creationId xmlns:a16="http://schemas.microsoft.com/office/drawing/2014/main" id="{D1A9BD8A-3367-432A-DD7D-4AD26CACC7D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78533" y="13301512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Klicka på ikonen för att lägga till en QR-kod</a:t>
            </a:r>
          </a:p>
        </p:txBody>
      </p:sp>
    </p:spTree>
    <p:extLst>
      <p:ext uri="{BB962C8B-B14F-4D97-AF65-F5344CB8AC3E}">
        <p14:creationId xmlns:p14="http://schemas.microsoft.com/office/powerpoint/2010/main" val="3069448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30" userDrawn="1">
          <p15:clr>
            <a:srgbClr val="FBAE40"/>
          </p15:clr>
        </p15:guide>
        <p15:guide id="2" pos="311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493793" y="703187"/>
            <a:ext cx="8888254" cy="2926557"/>
          </a:xfrm>
          <a:prstGeom prst="rect">
            <a:avLst/>
          </a:prstGeom>
        </p:spPr>
        <p:txBody>
          <a:bodyPr vert="horz" lIns="154788" tIns="77394" rIns="154788" bIns="77394" rtlCol="0" anchor="ctr">
            <a:normAutofit/>
          </a:bodyPr>
          <a:lstStyle/>
          <a:p>
            <a:r>
              <a:rPr lang="sv-SE" dirty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93793" y="4097181"/>
            <a:ext cx="8888254" cy="11588352"/>
          </a:xfrm>
          <a:prstGeom prst="rect">
            <a:avLst/>
          </a:prstGeom>
        </p:spPr>
        <p:txBody>
          <a:bodyPr vert="horz" lIns="154788" tIns="77394" rIns="154788" bIns="77394" rtlCol="0">
            <a:norm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493792" y="16274907"/>
            <a:ext cx="2304363" cy="934873"/>
          </a:xfrm>
          <a:prstGeom prst="rect">
            <a:avLst/>
          </a:prstGeom>
        </p:spPr>
        <p:txBody>
          <a:bodyPr vert="horz" lIns="154788" tIns="77394" rIns="154788" bIns="77394" rtlCol="0" anchor="ctr"/>
          <a:lstStyle>
            <a:lvl1pPr algn="l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4EE3E-85EC-4EAD-B282-842F493D7C0F}" type="datetime1">
              <a:rPr lang="sv-SE" smtClean="0"/>
              <a:pPr/>
              <a:t>2025-03-11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3374245" y="16274907"/>
            <a:ext cx="3127349" cy="934873"/>
          </a:xfrm>
          <a:prstGeom prst="rect">
            <a:avLst/>
          </a:prstGeom>
        </p:spPr>
        <p:txBody>
          <a:bodyPr vert="horz" lIns="154788" tIns="77394" rIns="154788" bIns="77394" rtlCol="0" anchor="ctr"/>
          <a:lstStyle>
            <a:lvl1pPr algn="ct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7077684" y="16274907"/>
            <a:ext cx="2304363" cy="934873"/>
          </a:xfrm>
          <a:prstGeom prst="rect">
            <a:avLst/>
          </a:prstGeom>
        </p:spPr>
        <p:txBody>
          <a:bodyPr vert="horz" lIns="154788" tIns="77394" rIns="154788" bIns="77394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 dirty="0"/>
              <a:t>1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26409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5" r:id="rId3"/>
    <p:sldLayoutId id="2147483668" r:id="rId4"/>
    <p:sldLayoutId id="2147483663" r:id="rId5"/>
    <p:sldLayoutId id="2147483669" r:id="rId6"/>
    <p:sldLayoutId id="2147483662" r:id="rId7"/>
    <p:sldLayoutId id="2147483666" r:id="rId8"/>
    <p:sldLayoutId id="2147483670" r:id="rId9"/>
    <p:sldLayoutId id="2147483667" r:id="rId10"/>
    <p:sldLayoutId id="2147483671" r:id="rId11"/>
  </p:sldLayoutIdLst>
  <p:hf hdr="0" ftr="0" dt="0"/>
  <p:txStyles>
    <p:titleStyle>
      <a:lvl1pPr algn="l" defTabSz="773938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580454" indent="-580454" algn="l" defTabSz="773938" rtl="0" eaLnBrk="1" latinLnBrk="0" hangingPunct="1">
        <a:spcBef>
          <a:spcPct val="2000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1257651" indent="-483713" algn="l" defTabSz="773938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934847" indent="-386970" algn="l" defTabSz="77393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2708787" indent="-386970" algn="l" defTabSz="773938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82726" indent="-386970" algn="l" defTabSz="773938" rtl="0" eaLnBrk="1" latinLnBrk="0" hangingPunct="1">
        <a:spcBef>
          <a:spcPct val="20000"/>
        </a:spcBef>
        <a:buFont typeface="Arial"/>
        <a:buChar char="»"/>
        <a:defRPr sz="3300" kern="1200">
          <a:solidFill>
            <a:schemeClr val="tx1"/>
          </a:solidFill>
          <a:latin typeface="+mn-lt"/>
          <a:ea typeface="+mn-ea"/>
          <a:cs typeface="+mn-cs"/>
        </a:defRPr>
      </a:lvl5pPr>
      <a:lvl6pPr marL="4256664" indent="-386970" algn="l" defTabSz="773938" rtl="0" eaLnBrk="1" latinLnBrk="0" hangingPunct="1">
        <a:spcBef>
          <a:spcPct val="20000"/>
        </a:spcBef>
        <a:buFont typeface="Arial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6pPr>
      <a:lvl7pPr marL="5030603" indent="-386970" algn="l" defTabSz="773938" rtl="0" eaLnBrk="1" latinLnBrk="0" hangingPunct="1">
        <a:spcBef>
          <a:spcPct val="20000"/>
        </a:spcBef>
        <a:buFont typeface="Arial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7pPr>
      <a:lvl8pPr marL="5804543" indent="-386970" algn="l" defTabSz="773938" rtl="0" eaLnBrk="1" latinLnBrk="0" hangingPunct="1">
        <a:spcBef>
          <a:spcPct val="20000"/>
        </a:spcBef>
        <a:buFont typeface="Arial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8pPr>
      <a:lvl9pPr marL="6578482" indent="-386970" algn="l" defTabSz="773938" rtl="0" eaLnBrk="1" latinLnBrk="0" hangingPunct="1">
        <a:spcBef>
          <a:spcPct val="20000"/>
        </a:spcBef>
        <a:buFont typeface="Arial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77393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73938" algn="l" defTabSz="77393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47879" algn="l" defTabSz="77393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321817" algn="l" defTabSz="77393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95756" algn="l" defTabSz="77393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69695" algn="l" defTabSz="77393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643634" algn="l" defTabSz="77393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417573" algn="l" defTabSz="77393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191511" algn="l" defTabSz="773938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30" userDrawn="1">
          <p15:clr>
            <a:srgbClr val="F26B43"/>
          </p15:clr>
        </p15:guide>
        <p15:guide id="2" pos="311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tshållare för text 30">
            <a:extLst>
              <a:ext uri="{FF2B5EF4-FFF2-40B4-BE49-F238E27FC236}">
                <a16:creationId xmlns:a16="http://schemas.microsoft.com/office/drawing/2014/main" id="{8CA13FC5-9E5A-CD6D-B694-B53DFC69DE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sv-SE" dirty="0"/>
              <a:t>©️ Olga </a:t>
            </a:r>
            <a:r>
              <a:rPr lang="sv-SE" dirty="0" err="1"/>
              <a:t>Dethlefsen</a:t>
            </a:r>
            <a:endParaRPr lang="sv-SE" dirty="0"/>
          </a:p>
        </p:txBody>
      </p:sp>
      <p:sp>
        <p:nvSpPr>
          <p:cNvPr id="30" name="Underrubrik 29">
            <a:extLst>
              <a:ext uri="{FF2B5EF4-FFF2-40B4-BE49-F238E27FC236}">
                <a16:creationId xmlns:a16="http://schemas.microsoft.com/office/drawing/2014/main" id="{5329551A-36E0-3433-BD37-FFDC5E4DB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493" y="9045030"/>
            <a:ext cx="8871107" cy="3234065"/>
          </a:xfrm>
        </p:spPr>
        <p:txBody>
          <a:bodyPr>
            <a:noAutofit/>
          </a:bodyPr>
          <a:lstStyle/>
          <a:p>
            <a:r>
              <a:rPr lang="en-US" sz="3200" dirty="0"/>
              <a:t>A national course open to PhD students, researchers, and other staff from Swedish universities and the life science industry who analyze research data.</a:t>
            </a:r>
          </a:p>
          <a:p>
            <a:endParaRPr lang="en-US" sz="3200" dirty="0"/>
          </a:p>
          <a:p>
            <a:r>
              <a:rPr lang="en-US" sz="3200" dirty="0"/>
              <a:t>Apply by 14 March 2025!</a:t>
            </a:r>
          </a:p>
        </p:txBody>
      </p:sp>
      <p:sp>
        <p:nvSpPr>
          <p:cNvPr id="32" name="Platshållare för text 31">
            <a:extLst>
              <a:ext uri="{FF2B5EF4-FFF2-40B4-BE49-F238E27FC236}">
                <a16:creationId xmlns:a16="http://schemas.microsoft.com/office/drawing/2014/main" id="{81D175B7-66EB-1C96-838E-E36059B87C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0751" y="13243404"/>
            <a:ext cx="8029865" cy="589768"/>
          </a:xfrm>
        </p:spPr>
        <p:txBody>
          <a:bodyPr/>
          <a:lstStyle/>
          <a:p>
            <a:r>
              <a:rPr lang="sv-SE" sz="3600" b="0" dirty="0">
                <a:latin typeface="+mj-lt"/>
              </a:rPr>
              <a:t>7 – 11 April 2025</a:t>
            </a:r>
          </a:p>
        </p:txBody>
      </p:sp>
      <p:sp>
        <p:nvSpPr>
          <p:cNvPr id="33" name="Platshållare för text 32">
            <a:extLst>
              <a:ext uri="{FF2B5EF4-FFF2-40B4-BE49-F238E27FC236}">
                <a16:creationId xmlns:a16="http://schemas.microsoft.com/office/drawing/2014/main" id="{E1B6FC0A-9E2B-10D6-B66A-64A0E7F83A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sv-SE" sz="2800" b="0" dirty="0"/>
              <a:t>Uppsala </a:t>
            </a:r>
            <a:r>
              <a:rPr lang="sv-SE" sz="2800" b="0" dirty="0" err="1"/>
              <a:t>Biomedical</a:t>
            </a:r>
            <a:r>
              <a:rPr lang="sv-SE" sz="2800" b="0" dirty="0"/>
              <a:t> Centre, Uppsala, Sweden</a:t>
            </a:r>
          </a:p>
        </p:txBody>
      </p:sp>
      <p:sp>
        <p:nvSpPr>
          <p:cNvPr id="34" name="Platshållare för text 33">
            <a:extLst>
              <a:ext uri="{FF2B5EF4-FFF2-40B4-BE49-F238E27FC236}">
                <a16:creationId xmlns:a16="http://schemas.microsoft.com/office/drawing/2014/main" id="{6B9BB627-5581-7574-3CCD-4CF8445AE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sv-SE" dirty="0"/>
              <a:t>For </a:t>
            </a:r>
            <a:r>
              <a:rPr lang="sv-SE" dirty="0" err="1"/>
              <a:t>more</a:t>
            </a:r>
            <a:r>
              <a:rPr lang="sv-SE" dirty="0"/>
              <a:t> information and </a:t>
            </a:r>
            <a:r>
              <a:rPr lang="sv-SE" dirty="0" err="1"/>
              <a:t>registration</a:t>
            </a:r>
            <a:endParaRPr lang="sv-SE" dirty="0"/>
          </a:p>
        </p:txBody>
      </p:sp>
      <p:pic>
        <p:nvPicPr>
          <p:cNvPr id="5" name="Platshållare för bild 4" descr="En bild som visar mönster, Grafik, pixel, design&#10;&#10;AI-genererat innehåll kan vara felaktigt.">
            <a:extLst>
              <a:ext uri="{FF2B5EF4-FFF2-40B4-BE49-F238E27FC236}">
                <a16:creationId xmlns:a16="http://schemas.microsoft.com/office/drawing/2014/main" id="{06230405-193E-8128-FAEA-01DAB573E806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29" name="Rubrik 28">
            <a:extLst>
              <a:ext uri="{FF2B5EF4-FFF2-40B4-BE49-F238E27FC236}">
                <a16:creationId xmlns:a16="http://schemas.microsoft.com/office/drawing/2014/main" id="{579C4159-8865-72B9-815C-402B0CBB6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493" y="511567"/>
            <a:ext cx="8871107" cy="2249180"/>
          </a:xfrm>
        </p:spPr>
        <p:txBody>
          <a:bodyPr/>
          <a:lstStyle/>
          <a:p>
            <a:r>
              <a:rPr lang="sv-SE" sz="4800" dirty="0" err="1"/>
              <a:t>Introduction</a:t>
            </a:r>
            <a:r>
              <a:rPr lang="sv-SE" sz="4800" dirty="0"/>
              <a:t> to </a:t>
            </a:r>
            <a:r>
              <a:rPr lang="sv-SE" sz="4800" dirty="0" err="1"/>
              <a:t>Biostatistics</a:t>
            </a:r>
            <a:r>
              <a:rPr lang="sv-SE" sz="4800" dirty="0"/>
              <a:t> &amp; </a:t>
            </a:r>
            <a:r>
              <a:rPr lang="sv-SE" sz="4800" dirty="0" err="1"/>
              <a:t>Machine</a:t>
            </a:r>
            <a:r>
              <a:rPr lang="sv-SE" sz="4800" dirty="0"/>
              <a:t> Learning</a:t>
            </a:r>
            <a:br>
              <a:rPr lang="sv-SE" sz="4800" dirty="0"/>
            </a:br>
            <a:r>
              <a:rPr lang="sv-SE" sz="4000" dirty="0">
                <a:latin typeface="+mn-lt"/>
              </a:rPr>
              <a:t>Short </a:t>
            </a:r>
            <a:r>
              <a:rPr lang="sv-SE" sz="4000" dirty="0" err="1">
                <a:latin typeface="+mn-lt"/>
              </a:rPr>
              <a:t>course</a:t>
            </a:r>
            <a:endParaRPr lang="sv-SE" sz="4800" dirty="0">
              <a:latin typeface="+mn-lt"/>
            </a:endParaRPr>
          </a:p>
        </p:txBody>
      </p:sp>
      <p:pic>
        <p:nvPicPr>
          <p:cNvPr id="3" name="Platshållare för innehåll 2" descr="En bild som visar skärmbild, akvarium, inomhus&#10;&#10;AI-genererat innehåll kan vara felaktigt.">
            <a:extLst>
              <a:ext uri="{FF2B5EF4-FFF2-40B4-BE49-F238E27FC236}">
                <a16:creationId xmlns:a16="http://schemas.microsoft.com/office/drawing/2014/main" id="{91B43C0F-0696-0E2F-BDBD-9C5C652122F7}"/>
              </a:ext>
            </a:extLst>
          </p:cNvPr>
          <p:cNvPicPr>
            <a:picLocks noGrp="1" noChangeAspect="1"/>
          </p:cNvPicPr>
          <p:nvPr>
            <p:ph sz="quarter" idx="19"/>
          </p:nvPr>
        </p:nvPicPr>
        <p:blipFill>
          <a:blip r:embed="rId3"/>
          <a:stretch>
            <a:fillRect/>
          </a:stretch>
        </p:blipFill>
        <p:spPr>
          <a:xfrm>
            <a:off x="561805" y="3314700"/>
            <a:ext cx="8745878" cy="5262563"/>
          </a:xfrm>
        </p:spPr>
      </p:pic>
    </p:spTree>
    <p:extLst>
      <p:ext uri="{BB962C8B-B14F-4D97-AF65-F5344CB8AC3E}">
        <p14:creationId xmlns:p14="http://schemas.microsoft.com/office/powerpoint/2010/main" val="827033611"/>
      </p:ext>
    </p:extLst>
  </p:cSld>
  <p:clrMapOvr>
    <a:masterClrMapping/>
  </p:clrMapOvr>
</p:sld>
</file>

<file path=ppt/theme/theme1.xml><?xml version="1.0" encoding="utf-8"?>
<a:theme xmlns:a="http://schemas.openxmlformats.org/drawingml/2006/main" name="KI - stående 1080x1920">
  <a:themeElements>
    <a:clrScheme name="K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F0433"/>
      </a:accent1>
      <a:accent2>
        <a:srgbClr val="FF876F"/>
      </a:accent2>
      <a:accent3>
        <a:srgbClr val="870052"/>
      </a:accent3>
      <a:accent4>
        <a:srgbClr val="FFDDD6"/>
      </a:accent4>
      <a:accent5>
        <a:srgbClr val="4DB5BC"/>
      </a:accent5>
      <a:accent6>
        <a:srgbClr val="CCEBED"/>
      </a:accent6>
      <a:hlink>
        <a:srgbClr val="870052"/>
      </a:hlink>
      <a:folHlink>
        <a:srgbClr val="C490AA"/>
      </a:folHlink>
    </a:clrScheme>
    <a:fontScheme name="KI PPT">
      <a:majorFont>
        <a:latin typeface="DM Sans Medium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 w="6350">
          <a:solidFill>
            <a:schemeClr val="accent1"/>
          </a:solidFill>
        </a:ln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igital_skarm_staende_1080x1920.potx" id="{D659B28A-541A-4E55-91CA-133FB8C18073}" vid="{565253D8-47F6-42CD-95D2-034EC83E0D0C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8615BE51D60BA44B86811C5F608C49E" ma:contentTypeVersion="4" ma:contentTypeDescription="Skapa ett nytt dokument." ma:contentTypeScope="" ma:versionID="d38a2c07f4f36005f3c4f84d5a2cc146">
  <xsd:schema xmlns:xsd="http://www.w3.org/2001/XMLSchema" xmlns:xs="http://www.w3.org/2001/XMLSchema" xmlns:p="http://schemas.microsoft.com/office/2006/metadata/properties" xmlns:ns2="6843b716-3f6d-4983-a753-faa1afd2f446" targetNamespace="http://schemas.microsoft.com/office/2006/metadata/properties" ma:root="true" ma:fieldsID="9b929705adf473d8b0cc429cd00fedc4" ns2:_="">
    <xsd:import namespace="6843b716-3f6d-4983-a753-faa1afd2f4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43b716-3f6d-4983-a753-faa1afd2f4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FA15AC-6B8D-4D59-A0F0-2FC240006E0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DBED530-0FD5-41E9-9EFC-F5D7D56CE5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F140D9-3878-4309-B01E-BE2E71A0B1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43b716-3f6d-4983-a753-faa1afd2f4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Digital_skarm_staende_1080x1920</Template>
  <TotalTime>57</TotalTime>
  <Words>61</Words>
  <Application>Microsoft Office PowerPoint</Application>
  <PresentationFormat>Anpassad</PresentationFormat>
  <Paragraphs>8</Paragraphs>
  <Slides>1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</vt:i4>
      </vt:variant>
    </vt:vector>
  </HeadingPairs>
  <TitlesOfParts>
    <vt:vector size="6" baseType="lpstr">
      <vt:lpstr>Arial</vt:lpstr>
      <vt:lpstr>Calibri</vt:lpstr>
      <vt:lpstr>DM Sans</vt:lpstr>
      <vt:lpstr>DM Sans Medium</vt:lpstr>
      <vt:lpstr>KI - stående 1080x1920</vt:lpstr>
      <vt:lpstr>Introduction to Biostatistics &amp; Machine Learning Short course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Charlotte Brandt</dc:creator>
  <cp:lastModifiedBy>Charlotte Brandt</cp:lastModifiedBy>
  <cp:revision>1</cp:revision>
  <dcterms:created xsi:type="dcterms:W3CDTF">2025-03-11T11:54:56Z</dcterms:created>
  <dcterms:modified xsi:type="dcterms:W3CDTF">2025-03-11T12:52:46Z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0x010100B8615BE51D60BA44B86811C5F608C49E</vt:lpwstr>
  </property>
</Properties>
</file>